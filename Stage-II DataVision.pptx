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  <p:sldMasterId id="2147483674" r:id="rId2"/>
    <p:sldMasterId id="2147483697" r:id="rId3"/>
    <p:sldMasterId id="2147483708" r:id="rId4"/>
    <p:sldMasterId id="2147483717" r:id="rId5"/>
  </p:sldMasterIdLst>
  <p:notesMasterIdLst>
    <p:notesMasterId r:id="rId16"/>
  </p:notesMasterIdLst>
  <p:sldIdLst>
    <p:sldId id="397" r:id="rId6"/>
    <p:sldId id="5876" r:id="rId7"/>
    <p:sldId id="5874" r:id="rId8"/>
    <p:sldId id="5885" r:id="rId9"/>
    <p:sldId id="5884" r:id="rId10"/>
    <p:sldId id="5883" r:id="rId11"/>
    <p:sldId id="5875" r:id="rId12"/>
    <p:sldId id="5881" r:id="rId13"/>
    <p:sldId id="747" r:id="rId14"/>
    <p:sldId id="5878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AAE235-1479-4884-B667-138811065A19}">
          <p14:sldIdLst>
            <p14:sldId id="397"/>
            <p14:sldId id="5876"/>
            <p14:sldId id="5874"/>
            <p14:sldId id="5885"/>
            <p14:sldId id="5884"/>
            <p14:sldId id="5883"/>
            <p14:sldId id="5875"/>
            <p14:sldId id="5881"/>
            <p14:sldId id="747"/>
            <p14:sldId id="5878"/>
          </p14:sldIdLst>
        </p14:section>
        <p14:section name="Operational Plan" id="{2C774CA5-CE72-4973-A716-C4E43647884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AD2C"/>
    <a:srgbClr val="002060"/>
    <a:srgbClr val="FBBD00"/>
    <a:srgbClr val="FBFB00"/>
    <a:srgbClr val="5AB03F"/>
    <a:srgbClr val="D6EDBD"/>
    <a:srgbClr val="57B03B"/>
    <a:srgbClr val="FFFFFF"/>
    <a:srgbClr val="2DDEE6"/>
    <a:srgbClr val="6EAB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6247" autoAdjust="0"/>
  </p:normalViewPr>
  <p:slideViewPr>
    <p:cSldViewPr>
      <p:cViewPr varScale="1">
        <p:scale>
          <a:sx n="106" d="100"/>
          <a:sy n="106" d="100"/>
        </p:scale>
        <p:origin x="504" y="114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2" d="100"/>
        <a:sy n="142" d="100"/>
      </p:scale>
      <p:origin x="0" y="-40590"/>
    </p:cViewPr>
  </p:sorterViewPr>
  <p:notesViewPr>
    <p:cSldViewPr>
      <p:cViewPr varScale="1">
        <p:scale>
          <a:sx n="85" d="100"/>
          <a:sy n="85" d="100"/>
        </p:scale>
        <p:origin x="2928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46FD4-00F7-9F46-9B90-BE1F9980ED27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6DA71-8EB5-164B-8A4B-F4976B7101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53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E6DA71-8EB5-164B-8A4B-F4976B7101F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63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jfif"/><Relationship Id="rId12" Type="http://schemas.openxmlformats.org/officeDocument/2006/relationships/image" Target="../media/image10.emf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.xml"/><Relationship Id="rId6" Type="http://schemas.openxmlformats.org/officeDocument/2006/relationships/image" Target="../media/image3.jfif"/><Relationship Id="rId11" Type="http://schemas.openxmlformats.org/officeDocument/2006/relationships/oleObject" Target="../embeddings/oleObject2.bin"/><Relationship Id="rId5" Type="http://schemas.openxmlformats.org/officeDocument/2006/relationships/image" Target="../media/image14.png"/><Relationship Id="rId10" Type="http://schemas.openxmlformats.org/officeDocument/2006/relationships/image" Target="../media/image18.jpeg"/><Relationship Id="rId4" Type="http://schemas.openxmlformats.org/officeDocument/2006/relationships/image" Target="../media/image13.jpeg"/><Relationship Id="rId9" Type="http://schemas.openxmlformats.org/officeDocument/2006/relationships/image" Target="../media/image1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fif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14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9.jpeg"/><Relationship Id="rId5" Type="http://schemas.openxmlformats.org/officeDocument/2006/relationships/image" Target="../media/image10.emf"/><Relationship Id="rId10" Type="http://schemas.openxmlformats.org/officeDocument/2006/relationships/image" Target="../media/image20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5.jf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0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361" y="3438522"/>
            <a:ext cx="7923690" cy="4476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  <a:latin typeface="Swis721 Cn B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/>
          <a:lstStyle/>
          <a:p>
            <a:fld id="{6A3835AA-3444-9C45-B369-648AA7B3864E}" type="datetime1">
              <a:rPr lang="en-IN" smtClean="0"/>
              <a:pPr/>
              <a:t>17/06/2026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/>
          <a:lstStyle/>
          <a:p>
            <a:fld id="{037871D4-A128-4350-8CC8-3D4D94136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2378089" y="5375478"/>
            <a:ext cx="2341251" cy="14976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 userDrawn="1"/>
        </p:nvSpPr>
        <p:spPr>
          <a:xfrm>
            <a:off x="9763431" y="5375478"/>
            <a:ext cx="2422035" cy="1501200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2360612" y="2590800"/>
            <a:ext cx="7923690" cy="76517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b="1" kern="1200">
                <a:solidFill>
                  <a:schemeClr val="tx1"/>
                </a:solidFill>
                <a:latin typeface="Swis721 Cn BT" pitchFamily="34" charset="0"/>
                <a:ea typeface="+mj-ea"/>
                <a:cs typeface="+mj-cs"/>
              </a:defRPr>
            </a:lvl1pPr>
          </a:lstStyle>
          <a:p>
            <a:pPr algn="ctr"/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5180012" y="0"/>
            <a:ext cx="1752600" cy="914400"/>
          </a:xfrm>
          <a:prstGeom prst="rect">
            <a:avLst/>
          </a:prstGeom>
          <a:solidFill>
            <a:srgbClr val="FFCE4E"/>
          </a:solidFill>
          <a:ln>
            <a:solidFill>
              <a:srgbClr val="FFCE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553" y="28546"/>
            <a:ext cx="701663" cy="658045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3043" y="-463506"/>
            <a:ext cx="1576816" cy="16421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0546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553" y="28546"/>
            <a:ext cx="701663" cy="658045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3043" y="-463506"/>
            <a:ext cx="1576816" cy="16421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0553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1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0228014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>
              <a:buNone/>
            </a:pPr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74612" y="1284394"/>
            <a:ext cx="5562600" cy="51164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5713412" y="1284394"/>
            <a:ext cx="6400800" cy="51164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132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0228014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>
              <a:buNone/>
            </a:pPr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>
          <a:xfrm>
            <a:off x="150813" y="1284394"/>
            <a:ext cx="5486399" cy="51164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713413" y="1260475"/>
            <a:ext cx="6324600" cy="5140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360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0228014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>
              <a:buNone/>
            </a:pPr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4612" y="1208094"/>
            <a:ext cx="6324600" cy="5140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sz="quarter" idx="18"/>
          </p:nvPr>
        </p:nvSpPr>
        <p:spPr>
          <a:xfrm>
            <a:off x="6475413" y="1208088"/>
            <a:ext cx="5410200" cy="51403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257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0228014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 marL="342704" indent="-342704">
              <a:buNone/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/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sp>
        <p:nvSpPr>
          <p:cNvPr id="13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6015914" y="3992723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015914" y="990600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54775" y="3992723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54775" y="990600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0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0228014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 marL="342704" indent="-342704">
              <a:buNone/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/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7091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240" y="3175713"/>
            <a:ext cx="10512862" cy="692497"/>
          </a:xfrm>
          <a:prstGeom prst="rect">
            <a:avLst/>
          </a:prstGeom>
        </p:spPr>
        <p:txBody>
          <a:bodyPr anchor="b"/>
          <a:lstStyle>
            <a:lvl1pPr>
              <a:defRPr sz="4999" b="1">
                <a:solidFill>
                  <a:srgbClr val="8C00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AD0C87-D083-47CD-B17B-83EA2D19FE9C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280" y="801014"/>
            <a:ext cx="11982409" cy="0"/>
          </a:xfrm>
          <a:prstGeom prst="line">
            <a:avLst/>
          </a:prstGeom>
          <a:ln w="38100" cap="rnd">
            <a:solidFill>
              <a:srgbClr val="C00000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890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48101B-9D8F-D642-8DCD-A45D2DBD4738}"/>
              </a:ext>
            </a:extLst>
          </p:cNvPr>
          <p:cNvSpPr/>
          <p:nvPr userDrawn="1"/>
        </p:nvSpPr>
        <p:spPr>
          <a:xfrm>
            <a:off x="0" y="0"/>
            <a:ext cx="12185651" cy="6858000"/>
          </a:xfrm>
          <a:prstGeom prst="rect">
            <a:avLst/>
          </a:prstGeom>
          <a:solidFill>
            <a:srgbClr val="FFC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47C85D1F-C138-7543-BF24-3EA1EFEE19C2}"/>
              </a:ext>
            </a:extLst>
          </p:cNvPr>
          <p:cNvSpPr/>
          <p:nvPr userDrawn="1"/>
        </p:nvSpPr>
        <p:spPr>
          <a:xfrm flipV="1">
            <a:off x="0" y="0"/>
            <a:ext cx="1106136" cy="6858000"/>
          </a:xfrm>
          <a:prstGeom prst="rtTriangle">
            <a:avLst/>
          </a:prstGeom>
          <a:solidFill>
            <a:srgbClr val="FFC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A76C77-F7FF-B946-938A-3DD0C0260AC1}"/>
              </a:ext>
            </a:extLst>
          </p:cNvPr>
          <p:cNvSpPr/>
          <p:nvPr userDrawn="1"/>
        </p:nvSpPr>
        <p:spPr>
          <a:xfrm>
            <a:off x="1369655" y="990600"/>
            <a:ext cx="10360501" cy="64008"/>
          </a:xfrm>
          <a:prstGeom prst="rect">
            <a:avLst/>
          </a:prstGeom>
          <a:solidFill>
            <a:srgbClr val="FFC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pic>
        <p:nvPicPr>
          <p:cNvPr id="41" name="Picture 4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15" t="28894" r="19973" b="30372"/>
          <a:stretch/>
        </p:blipFill>
        <p:spPr>
          <a:xfrm>
            <a:off x="11125625" y="85061"/>
            <a:ext cx="918070" cy="643602"/>
          </a:xfrm>
          <a:prstGeom prst="rect">
            <a:avLst/>
          </a:prstGeom>
        </p:spPr>
      </p:pic>
      <p:cxnSp>
        <p:nvCxnSpPr>
          <p:cNvPr id="42" name="Straight Connector 41"/>
          <p:cNvCxnSpPr>
            <a:cxnSpLocks/>
          </p:cNvCxnSpPr>
          <p:nvPr userDrawn="1"/>
        </p:nvCxnSpPr>
        <p:spPr>
          <a:xfrm>
            <a:off x="2377470" y="3429000"/>
            <a:ext cx="839972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 userDrawn="1"/>
        </p:nvSpPr>
        <p:spPr>
          <a:xfrm>
            <a:off x="7423851" y="5367276"/>
            <a:ext cx="2340641" cy="15012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44" name="Rectangle 43"/>
          <p:cNvSpPr/>
          <p:nvPr userDrawn="1"/>
        </p:nvSpPr>
        <p:spPr>
          <a:xfrm>
            <a:off x="9760889" y="5367276"/>
            <a:ext cx="2421404" cy="15012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45" name="Rectangle 44"/>
          <p:cNvSpPr/>
          <p:nvPr userDrawn="1"/>
        </p:nvSpPr>
        <p:spPr>
          <a:xfrm>
            <a:off x="4712023" y="5367276"/>
            <a:ext cx="2754888" cy="15012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46" name="Rectangle 45"/>
          <p:cNvSpPr/>
          <p:nvPr userDrawn="1"/>
        </p:nvSpPr>
        <p:spPr>
          <a:xfrm>
            <a:off x="2377470" y="5367276"/>
            <a:ext cx="2340641" cy="1501200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47" name="Freeform 46"/>
          <p:cNvSpPr/>
          <p:nvPr userDrawn="1"/>
        </p:nvSpPr>
        <p:spPr>
          <a:xfrm>
            <a:off x="-22503" y="5367276"/>
            <a:ext cx="2403575" cy="1501200"/>
          </a:xfrm>
          <a:custGeom>
            <a:avLst/>
            <a:gdLst>
              <a:gd name="connsiteX0" fmla="*/ 255181 w 2381693"/>
              <a:gd name="connsiteY0" fmla="*/ 0 h 1499191"/>
              <a:gd name="connsiteX1" fmla="*/ 0 w 2381693"/>
              <a:gd name="connsiteY1" fmla="*/ 1488558 h 1499191"/>
              <a:gd name="connsiteX2" fmla="*/ 2381693 w 2381693"/>
              <a:gd name="connsiteY2" fmla="*/ 1499191 h 1499191"/>
              <a:gd name="connsiteX3" fmla="*/ 2381693 w 2381693"/>
              <a:gd name="connsiteY3" fmla="*/ 10633 h 1499191"/>
              <a:gd name="connsiteX4" fmla="*/ 255181 w 2381693"/>
              <a:gd name="connsiteY4" fmla="*/ 0 h 1499191"/>
              <a:gd name="connsiteX0" fmla="*/ 265814 w 2392326"/>
              <a:gd name="connsiteY0" fmla="*/ 0 h 1499191"/>
              <a:gd name="connsiteX1" fmla="*/ 0 w 2392326"/>
              <a:gd name="connsiteY1" fmla="*/ 1020726 h 1499191"/>
              <a:gd name="connsiteX2" fmla="*/ 10633 w 2392326"/>
              <a:gd name="connsiteY2" fmla="*/ 1488558 h 1499191"/>
              <a:gd name="connsiteX3" fmla="*/ 2392326 w 2392326"/>
              <a:gd name="connsiteY3" fmla="*/ 1499191 h 1499191"/>
              <a:gd name="connsiteX4" fmla="*/ 2392326 w 2392326"/>
              <a:gd name="connsiteY4" fmla="*/ 10633 h 1499191"/>
              <a:gd name="connsiteX5" fmla="*/ 265814 w 2392326"/>
              <a:gd name="connsiteY5" fmla="*/ 0 h 1499191"/>
              <a:gd name="connsiteX0" fmla="*/ 253939 w 2392326"/>
              <a:gd name="connsiteY0" fmla="*/ 0 h 1499191"/>
              <a:gd name="connsiteX1" fmla="*/ 0 w 2392326"/>
              <a:gd name="connsiteY1" fmla="*/ 1020726 h 1499191"/>
              <a:gd name="connsiteX2" fmla="*/ 10633 w 2392326"/>
              <a:gd name="connsiteY2" fmla="*/ 1488558 h 1499191"/>
              <a:gd name="connsiteX3" fmla="*/ 2392326 w 2392326"/>
              <a:gd name="connsiteY3" fmla="*/ 1499191 h 1499191"/>
              <a:gd name="connsiteX4" fmla="*/ 2392326 w 2392326"/>
              <a:gd name="connsiteY4" fmla="*/ 10633 h 1499191"/>
              <a:gd name="connsiteX5" fmla="*/ 253939 w 2392326"/>
              <a:gd name="connsiteY5" fmla="*/ 0 h 1499191"/>
              <a:gd name="connsiteX0" fmla="*/ 265814 w 2404201"/>
              <a:gd name="connsiteY0" fmla="*/ 0 h 1499191"/>
              <a:gd name="connsiteX1" fmla="*/ 0 w 2404201"/>
              <a:gd name="connsiteY1" fmla="*/ 1020726 h 1499191"/>
              <a:gd name="connsiteX2" fmla="*/ 22508 w 2404201"/>
              <a:gd name="connsiteY2" fmla="*/ 1488558 h 1499191"/>
              <a:gd name="connsiteX3" fmla="*/ 2404201 w 2404201"/>
              <a:gd name="connsiteY3" fmla="*/ 1499191 h 1499191"/>
              <a:gd name="connsiteX4" fmla="*/ 2404201 w 2404201"/>
              <a:gd name="connsiteY4" fmla="*/ 10633 h 1499191"/>
              <a:gd name="connsiteX5" fmla="*/ 265814 w 2404201"/>
              <a:gd name="connsiteY5" fmla="*/ 0 h 1499191"/>
              <a:gd name="connsiteX0" fmla="*/ 265814 w 2404201"/>
              <a:gd name="connsiteY0" fmla="*/ 0 h 1499191"/>
              <a:gd name="connsiteX1" fmla="*/ 0 w 2404201"/>
              <a:gd name="connsiteY1" fmla="*/ 1020726 h 1499191"/>
              <a:gd name="connsiteX2" fmla="*/ 22508 w 2404201"/>
              <a:gd name="connsiteY2" fmla="*/ 1488558 h 1499191"/>
              <a:gd name="connsiteX3" fmla="*/ 2404201 w 2404201"/>
              <a:gd name="connsiteY3" fmla="*/ 1499191 h 1499191"/>
              <a:gd name="connsiteX4" fmla="*/ 2404201 w 2404201"/>
              <a:gd name="connsiteY4" fmla="*/ 10633 h 1499191"/>
              <a:gd name="connsiteX5" fmla="*/ 265814 w 2404201"/>
              <a:gd name="connsiteY5" fmla="*/ 0 h 1499191"/>
              <a:gd name="connsiteX0" fmla="*/ 265814 w 2404201"/>
              <a:gd name="connsiteY0" fmla="*/ 0 h 1499191"/>
              <a:gd name="connsiteX1" fmla="*/ 0 w 2404201"/>
              <a:gd name="connsiteY1" fmla="*/ 1020726 h 1499191"/>
              <a:gd name="connsiteX2" fmla="*/ 22508 w 2404201"/>
              <a:gd name="connsiteY2" fmla="*/ 1488558 h 1499191"/>
              <a:gd name="connsiteX3" fmla="*/ 2404201 w 2404201"/>
              <a:gd name="connsiteY3" fmla="*/ 1499191 h 1499191"/>
              <a:gd name="connsiteX4" fmla="*/ 2404201 w 2404201"/>
              <a:gd name="connsiteY4" fmla="*/ 10633 h 1499191"/>
              <a:gd name="connsiteX5" fmla="*/ 265814 w 2404201"/>
              <a:gd name="connsiteY5" fmla="*/ 0 h 1499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04201" h="1499191">
                <a:moveTo>
                  <a:pt x="265814" y="0"/>
                </a:moveTo>
                <a:cubicBezTo>
                  <a:pt x="212651" y="304800"/>
                  <a:pt x="94106" y="715926"/>
                  <a:pt x="0" y="1020726"/>
                </a:cubicBezTo>
                <a:lnTo>
                  <a:pt x="22508" y="1488558"/>
                </a:lnTo>
                <a:lnTo>
                  <a:pt x="2404201" y="1499191"/>
                </a:lnTo>
                <a:lnTo>
                  <a:pt x="2404201" y="10633"/>
                </a:lnTo>
                <a:lnTo>
                  <a:pt x="265814" y="0"/>
                </a:lnTo>
                <a:close/>
              </a:path>
            </a:pathLst>
          </a:cu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48" name="Parallelogram 10"/>
          <p:cNvSpPr/>
          <p:nvPr userDrawn="1"/>
        </p:nvSpPr>
        <p:spPr>
          <a:xfrm>
            <a:off x="226954" y="5181600"/>
            <a:ext cx="11971996" cy="148218"/>
          </a:xfrm>
          <a:custGeom>
            <a:avLst/>
            <a:gdLst>
              <a:gd name="connsiteX0" fmla="*/ 0 w 10129100"/>
              <a:gd name="connsiteY0" fmla="*/ 304800 h 304800"/>
              <a:gd name="connsiteX1" fmla="*/ 76200 w 10129100"/>
              <a:gd name="connsiteY1" fmla="*/ 0 h 304800"/>
              <a:gd name="connsiteX2" fmla="*/ 10129100 w 10129100"/>
              <a:gd name="connsiteY2" fmla="*/ 0 h 304800"/>
              <a:gd name="connsiteX3" fmla="*/ 10052900 w 10129100"/>
              <a:gd name="connsiteY3" fmla="*/ 304800 h 304800"/>
              <a:gd name="connsiteX4" fmla="*/ 0 w 10129100"/>
              <a:gd name="connsiteY4" fmla="*/ 304800 h 304800"/>
              <a:gd name="connsiteX0" fmla="*/ 0 w 10129100"/>
              <a:gd name="connsiteY0" fmla="*/ 304800 h 304800"/>
              <a:gd name="connsiteX1" fmla="*/ 76200 w 10129100"/>
              <a:gd name="connsiteY1" fmla="*/ 0 h 304800"/>
              <a:gd name="connsiteX2" fmla="*/ 10129100 w 10129100"/>
              <a:gd name="connsiteY2" fmla="*/ 0 h 304800"/>
              <a:gd name="connsiteX3" fmla="*/ 10121139 w 10129100"/>
              <a:gd name="connsiteY3" fmla="*/ 304800 h 304800"/>
              <a:gd name="connsiteX4" fmla="*/ 0 w 10129100"/>
              <a:gd name="connsiteY4" fmla="*/ 304800 h 304800"/>
              <a:gd name="connsiteX0" fmla="*/ 0 w 10112987"/>
              <a:gd name="connsiteY0" fmla="*/ 312348 h 312348"/>
              <a:gd name="connsiteX1" fmla="*/ 60087 w 10112987"/>
              <a:gd name="connsiteY1" fmla="*/ 0 h 312348"/>
              <a:gd name="connsiteX2" fmla="*/ 10112987 w 10112987"/>
              <a:gd name="connsiteY2" fmla="*/ 0 h 312348"/>
              <a:gd name="connsiteX3" fmla="*/ 10105026 w 10112987"/>
              <a:gd name="connsiteY3" fmla="*/ 304800 h 312348"/>
              <a:gd name="connsiteX4" fmla="*/ 0 w 10112987"/>
              <a:gd name="connsiteY4" fmla="*/ 312348 h 312348"/>
              <a:gd name="connsiteX0" fmla="*/ 0 w 10112987"/>
              <a:gd name="connsiteY0" fmla="*/ 312348 h 312348"/>
              <a:gd name="connsiteX1" fmla="*/ 27860 w 10112987"/>
              <a:gd name="connsiteY1" fmla="*/ 0 h 312348"/>
              <a:gd name="connsiteX2" fmla="*/ 10112987 w 10112987"/>
              <a:gd name="connsiteY2" fmla="*/ 0 h 312348"/>
              <a:gd name="connsiteX3" fmla="*/ 10105026 w 10112987"/>
              <a:gd name="connsiteY3" fmla="*/ 304800 h 312348"/>
              <a:gd name="connsiteX4" fmla="*/ 0 w 10112987"/>
              <a:gd name="connsiteY4" fmla="*/ 312348 h 312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12987" h="312348">
                <a:moveTo>
                  <a:pt x="0" y="312348"/>
                </a:moveTo>
                <a:lnTo>
                  <a:pt x="27860" y="0"/>
                </a:lnTo>
                <a:lnTo>
                  <a:pt x="10112987" y="0"/>
                </a:lnTo>
                <a:lnTo>
                  <a:pt x="10105026" y="304800"/>
                </a:lnTo>
                <a:lnTo>
                  <a:pt x="0" y="312348"/>
                </a:lnTo>
                <a:close/>
              </a:path>
            </a:pathLst>
          </a:custGeom>
          <a:solidFill>
            <a:srgbClr val="9E00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49" name="Right Triangle 30">
            <a:extLst>
              <a:ext uri="{FF2B5EF4-FFF2-40B4-BE49-F238E27FC236}">
                <a16:creationId xmlns:a16="http://schemas.microsoft.com/office/drawing/2014/main" id="{278694F3-CE53-764B-8F89-BB613A18574E}"/>
              </a:ext>
            </a:extLst>
          </p:cNvPr>
          <p:cNvSpPr/>
          <p:nvPr userDrawn="1"/>
        </p:nvSpPr>
        <p:spPr>
          <a:xfrm flipV="1">
            <a:off x="-67715" y="-1"/>
            <a:ext cx="1173851" cy="6934199"/>
          </a:xfrm>
          <a:custGeom>
            <a:avLst/>
            <a:gdLst>
              <a:gd name="connsiteX0" fmla="*/ 0 w 1165690"/>
              <a:gd name="connsiteY0" fmla="*/ 7264400 h 7264400"/>
              <a:gd name="connsiteX1" fmla="*/ 0 w 1165690"/>
              <a:gd name="connsiteY1" fmla="*/ 0 h 7264400"/>
              <a:gd name="connsiteX2" fmla="*/ 1165690 w 1165690"/>
              <a:gd name="connsiteY2" fmla="*/ 7264400 h 7264400"/>
              <a:gd name="connsiteX3" fmla="*/ 0 w 1165690"/>
              <a:gd name="connsiteY3" fmla="*/ 7264400 h 7264400"/>
              <a:gd name="connsiteX0" fmla="*/ 0 w 1165690"/>
              <a:gd name="connsiteY0" fmla="*/ 6861969 h 6861969"/>
              <a:gd name="connsiteX1" fmla="*/ 59531 w 1165690"/>
              <a:gd name="connsiteY1" fmla="*/ 0 h 6861969"/>
              <a:gd name="connsiteX2" fmla="*/ 1165690 w 1165690"/>
              <a:gd name="connsiteY2" fmla="*/ 6861969 h 6861969"/>
              <a:gd name="connsiteX3" fmla="*/ 0 w 1165690"/>
              <a:gd name="connsiteY3" fmla="*/ 6861969 h 6861969"/>
              <a:gd name="connsiteX0" fmla="*/ 0 w 1165690"/>
              <a:gd name="connsiteY0" fmla="*/ 6788151 h 6788151"/>
              <a:gd name="connsiteX1" fmla="*/ 197643 w 1165690"/>
              <a:gd name="connsiteY1" fmla="*/ 0 h 6788151"/>
              <a:gd name="connsiteX2" fmla="*/ 1165690 w 1165690"/>
              <a:gd name="connsiteY2" fmla="*/ 6788151 h 6788151"/>
              <a:gd name="connsiteX3" fmla="*/ 0 w 1165690"/>
              <a:gd name="connsiteY3" fmla="*/ 6788151 h 6788151"/>
              <a:gd name="connsiteX0" fmla="*/ 0 w 1165690"/>
              <a:gd name="connsiteY0" fmla="*/ 6866732 h 6866732"/>
              <a:gd name="connsiteX1" fmla="*/ 66674 w 1165690"/>
              <a:gd name="connsiteY1" fmla="*/ 0 h 6866732"/>
              <a:gd name="connsiteX2" fmla="*/ 1165690 w 1165690"/>
              <a:gd name="connsiteY2" fmla="*/ 6866732 h 6866732"/>
              <a:gd name="connsiteX3" fmla="*/ 0 w 1165690"/>
              <a:gd name="connsiteY3" fmla="*/ 6866732 h 6866732"/>
              <a:gd name="connsiteX0" fmla="*/ 0 w 1165690"/>
              <a:gd name="connsiteY0" fmla="*/ 6866732 h 6866732"/>
              <a:gd name="connsiteX1" fmla="*/ 69849 w 1165690"/>
              <a:gd name="connsiteY1" fmla="*/ 0 h 6866732"/>
              <a:gd name="connsiteX2" fmla="*/ 1165690 w 1165690"/>
              <a:gd name="connsiteY2" fmla="*/ 6866732 h 6866732"/>
              <a:gd name="connsiteX3" fmla="*/ 0 w 1165690"/>
              <a:gd name="connsiteY3" fmla="*/ 6866732 h 6866732"/>
              <a:gd name="connsiteX0" fmla="*/ 0 w 1165690"/>
              <a:gd name="connsiteY0" fmla="*/ 6863557 h 6863557"/>
              <a:gd name="connsiteX1" fmla="*/ 76199 w 1165690"/>
              <a:gd name="connsiteY1" fmla="*/ 0 h 6863557"/>
              <a:gd name="connsiteX2" fmla="*/ 1165690 w 1165690"/>
              <a:gd name="connsiteY2" fmla="*/ 6863557 h 6863557"/>
              <a:gd name="connsiteX3" fmla="*/ 0 w 1165690"/>
              <a:gd name="connsiteY3" fmla="*/ 6863557 h 6863557"/>
              <a:gd name="connsiteX0" fmla="*/ 0 w 1165690"/>
              <a:gd name="connsiteY0" fmla="*/ 6869907 h 6869907"/>
              <a:gd name="connsiteX1" fmla="*/ 73024 w 1165690"/>
              <a:gd name="connsiteY1" fmla="*/ 0 h 6869907"/>
              <a:gd name="connsiteX2" fmla="*/ 1165690 w 1165690"/>
              <a:gd name="connsiteY2" fmla="*/ 6869907 h 6869907"/>
              <a:gd name="connsiteX3" fmla="*/ 0 w 1165690"/>
              <a:gd name="connsiteY3" fmla="*/ 6869907 h 6869907"/>
              <a:gd name="connsiteX0" fmla="*/ 0 w 1165690"/>
              <a:gd name="connsiteY0" fmla="*/ 6946107 h 6946107"/>
              <a:gd name="connsiteX1" fmla="*/ 53974 w 1165690"/>
              <a:gd name="connsiteY1" fmla="*/ 0 h 6946107"/>
              <a:gd name="connsiteX2" fmla="*/ 1165690 w 1165690"/>
              <a:gd name="connsiteY2" fmla="*/ 6946107 h 6946107"/>
              <a:gd name="connsiteX3" fmla="*/ 0 w 1165690"/>
              <a:gd name="connsiteY3" fmla="*/ 6946107 h 694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5690" h="6946107">
                <a:moveTo>
                  <a:pt x="0" y="6946107"/>
                </a:moveTo>
                <a:lnTo>
                  <a:pt x="53974" y="0"/>
                </a:lnTo>
                <a:lnTo>
                  <a:pt x="1165690" y="6946107"/>
                </a:lnTo>
                <a:lnTo>
                  <a:pt x="0" y="69461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pic>
        <p:nvPicPr>
          <p:cNvPr id="50" name="Picture 49" descr="http://upload.wikimedia.org/wikipedia/en/thumb/9/9a/ONGC_Logo.svg/2000px-ONGC_Logo.svg.pn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478" y="92016"/>
            <a:ext cx="649170" cy="649339"/>
          </a:xfrm>
          <a:prstGeom prst="rect">
            <a:avLst/>
          </a:prstGeom>
          <a:noFill/>
        </p:spPr>
      </p:pic>
      <p:cxnSp>
        <p:nvCxnSpPr>
          <p:cNvPr id="51" name="Straight Connector 50"/>
          <p:cNvCxnSpPr>
            <a:cxnSpLocks/>
          </p:cNvCxnSpPr>
          <p:nvPr userDrawn="1"/>
        </p:nvCxnSpPr>
        <p:spPr>
          <a:xfrm>
            <a:off x="2377470" y="3429000"/>
            <a:ext cx="839972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/>
          <p:cNvPicPr>
            <a:picLocks noChangeAspect="1"/>
          </p:cNvPicPr>
          <p:nvPr userDrawn="1"/>
        </p:nvPicPr>
        <p:blipFill>
          <a:blip r:embed="rId10" cstate="print">
            <a:clrChange>
              <a:clrFrom>
                <a:srgbClr val="FDFEFF"/>
              </a:clrFrom>
              <a:clrTo>
                <a:srgbClr val="FD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510" y="48307"/>
            <a:ext cx="1281914" cy="725460"/>
          </a:xfrm>
          <a:prstGeom prst="rect">
            <a:avLst/>
          </a:prstGeom>
        </p:spPr>
      </p:pic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379168" y="2527685"/>
            <a:ext cx="7448428" cy="832556"/>
          </a:xfrm>
          <a:prstGeom prst="rect">
            <a:avLst/>
          </a:prstGeom>
        </p:spPr>
        <p:txBody>
          <a:bodyPr anchor="b"/>
          <a:lstStyle>
            <a:lvl1pPr>
              <a:defRPr sz="2999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Title in Title Case (Arial Bold 30pt, Black)</a:t>
            </a:r>
          </a:p>
        </p:txBody>
      </p:sp>
      <p:sp>
        <p:nvSpPr>
          <p:cNvPr id="5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365253" y="3546123"/>
            <a:ext cx="7448428" cy="482952"/>
          </a:xfrm>
          <a:prstGeom prst="rect">
            <a:avLst/>
          </a:prstGeom>
        </p:spPr>
        <p:txBody>
          <a:bodyPr anchor="b"/>
          <a:lstStyle>
            <a:lvl1pPr>
              <a:defRPr sz="2999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196763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/>
        </p:nvSpPr>
        <p:spPr>
          <a:xfrm rot="16200000">
            <a:off x="9483761" y="3921614"/>
            <a:ext cx="5133975" cy="987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  <a:sym typeface="Trebuchet MS" panose="020B0603020202020204" pitchFamily="34" charset="0"/>
              </a:rPr>
              <a:t>Copyright © 2017 by The Boston Consulting Group, Inc. All rights reserved.</a:t>
            </a:r>
          </a:p>
        </p:txBody>
      </p:sp>
      <p:sp>
        <p:nvSpPr>
          <p:cNvPr id="6" name="FooterSimple" hidden="1"/>
          <p:cNvSpPr txBox="1"/>
          <p:nvPr>
            <p:custDataLst>
              <p:tags r:id="rId2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  <a:sym typeface="Trebuchet MS" panose="020B0603020202020204" pitchFamily="34" charset="0"/>
              </a:rPr>
              <a:t>ONGC Corporate Presentation_vFF.pptx</a:t>
            </a:r>
            <a:endParaRPr lang="en-US" sz="700" dirty="0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50" name="Subtitle 2">
            <a:extLst>
              <a:ext uri="{FF2B5EF4-FFF2-40B4-BE49-F238E27FC236}">
                <a16:creationId xmlns:a16="http://schemas.microsoft.com/office/drawing/2014/main" id="{8C9EEB82-3401-4623-BF9C-A5EEBA4367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477450" y="1088728"/>
            <a:ext cx="6516644" cy="378000"/>
          </a:xfrm>
          <a:prstGeom prst="roundRect">
            <a:avLst/>
          </a:prstGeom>
          <a:noFill/>
          <a:ln w="19050">
            <a:solidFill>
              <a:srgbClr val="A5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92047" indent="-92047">
              <a:defRPr lang="en-US" sz="1999" dirty="0">
                <a:solidFill>
                  <a:schemeClr val="tx1"/>
                </a:solidFill>
                <a:latin typeface="Arial" panose="020B0604020202020204" pitchFamily="34" charset="0"/>
                <a:cs typeface="Arial" pitchFamily="34" charset="0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Date (Arial 20pt, Dark Gray)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61E58E-58D7-410F-848B-B3343245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099" y="227296"/>
            <a:ext cx="8881255" cy="36761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FF163B8B-F08D-4CC1-8C47-E049920428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8173" y="1626323"/>
            <a:ext cx="6516578" cy="378000"/>
          </a:xfrm>
          <a:prstGeom prst="roundRect">
            <a:avLst/>
          </a:prstGeom>
          <a:ln w="19050">
            <a:solidFill>
              <a:srgbClr val="A50021"/>
            </a:solidFill>
          </a:ln>
        </p:spPr>
        <p:txBody>
          <a:bodyPr/>
          <a:lstStyle>
            <a:lvl1pPr>
              <a:defRPr lang="en-US" sz="1999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 Click to edit Master text styles</a:t>
            </a:r>
          </a:p>
        </p:txBody>
      </p:sp>
      <p:sp>
        <p:nvSpPr>
          <p:cNvPr id="57" name="Text Placeholder 55">
            <a:extLst>
              <a:ext uri="{FF2B5EF4-FFF2-40B4-BE49-F238E27FC236}">
                <a16:creationId xmlns:a16="http://schemas.microsoft.com/office/drawing/2014/main" id="{93C2C9BA-45D4-4C77-BA99-5DA8F388F7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77516" y="2216901"/>
            <a:ext cx="6516578" cy="378000"/>
          </a:xfrm>
          <a:prstGeom prst="roundRect">
            <a:avLst/>
          </a:prstGeom>
          <a:ln w="19050">
            <a:solidFill>
              <a:srgbClr val="A5002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Click to edit Master text styles</a:t>
            </a:r>
          </a:p>
        </p:txBody>
      </p:sp>
      <p:sp>
        <p:nvSpPr>
          <p:cNvPr id="59" name="Text Placeholder 55">
            <a:extLst>
              <a:ext uri="{FF2B5EF4-FFF2-40B4-BE49-F238E27FC236}">
                <a16:creationId xmlns:a16="http://schemas.microsoft.com/office/drawing/2014/main" id="{3A9F9303-1A61-445B-879D-C775EDB2AD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77516" y="2807479"/>
            <a:ext cx="6516578" cy="378000"/>
          </a:xfrm>
          <a:prstGeom prst="roundRect">
            <a:avLst/>
          </a:prstGeom>
          <a:ln w="19050">
            <a:solidFill>
              <a:srgbClr val="A5002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Click to edit Master text styles</a:t>
            </a:r>
          </a:p>
        </p:txBody>
      </p:sp>
      <p:sp>
        <p:nvSpPr>
          <p:cNvPr id="60" name="Text Placeholder 55">
            <a:extLst>
              <a:ext uri="{FF2B5EF4-FFF2-40B4-BE49-F238E27FC236}">
                <a16:creationId xmlns:a16="http://schemas.microsoft.com/office/drawing/2014/main" id="{D0D1C950-313B-4CEF-8A14-125DEA396C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7516" y="3398057"/>
            <a:ext cx="6516578" cy="378000"/>
          </a:xfrm>
          <a:prstGeom prst="roundRect">
            <a:avLst/>
          </a:prstGeom>
          <a:ln w="19050">
            <a:solidFill>
              <a:srgbClr val="A5002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Click to edit Master text styles</a:t>
            </a:r>
          </a:p>
        </p:txBody>
      </p:sp>
      <p:sp>
        <p:nvSpPr>
          <p:cNvPr id="61" name="Text Placeholder 55">
            <a:extLst>
              <a:ext uri="{FF2B5EF4-FFF2-40B4-BE49-F238E27FC236}">
                <a16:creationId xmlns:a16="http://schemas.microsoft.com/office/drawing/2014/main" id="{1D7B8B32-B58E-45AB-8D3E-3030225EA6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7450" y="3988635"/>
            <a:ext cx="6516578" cy="378000"/>
          </a:xfrm>
          <a:prstGeom prst="roundRect">
            <a:avLst/>
          </a:prstGeom>
          <a:ln w="19050">
            <a:solidFill>
              <a:srgbClr val="A5002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Click to edit Master text styles</a:t>
            </a:r>
          </a:p>
        </p:txBody>
      </p:sp>
      <p:sp>
        <p:nvSpPr>
          <p:cNvPr id="62" name="Text Placeholder 55">
            <a:extLst>
              <a:ext uri="{FF2B5EF4-FFF2-40B4-BE49-F238E27FC236}">
                <a16:creationId xmlns:a16="http://schemas.microsoft.com/office/drawing/2014/main" id="{C1C4D504-6ECD-456A-BDCD-DC7CDE2527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7449" y="4579213"/>
            <a:ext cx="6516578" cy="378000"/>
          </a:xfrm>
          <a:prstGeom prst="roundRect">
            <a:avLst/>
          </a:prstGeom>
          <a:ln w="19050">
            <a:solidFill>
              <a:srgbClr val="A5002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Click to edit Master text styles</a:t>
            </a:r>
          </a:p>
        </p:txBody>
      </p:sp>
      <p:sp>
        <p:nvSpPr>
          <p:cNvPr id="63" name="Text Placeholder 55">
            <a:extLst>
              <a:ext uri="{FF2B5EF4-FFF2-40B4-BE49-F238E27FC236}">
                <a16:creationId xmlns:a16="http://schemas.microsoft.com/office/drawing/2014/main" id="{03BF8D3F-DF0F-46CF-A771-AD45C163FC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77449" y="5153895"/>
            <a:ext cx="6516578" cy="378000"/>
          </a:xfrm>
          <a:prstGeom prst="roundRect">
            <a:avLst/>
          </a:prstGeom>
          <a:ln w="19050">
            <a:solidFill>
              <a:srgbClr val="A5002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Click to edit Master text styles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40CB0E91-FBD7-48AC-83CC-A0C64906CE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1709" y="1088728"/>
            <a:ext cx="688646" cy="378000"/>
          </a:xfrm>
          <a:prstGeom prst="roundRect">
            <a:avLst/>
          </a:prstGeom>
          <a:solidFill>
            <a:srgbClr val="FBBD00"/>
          </a:solidFill>
          <a:ln w="19050">
            <a:solidFill>
              <a:srgbClr val="8C000D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8" name="Text Placeholder 66">
            <a:extLst>
              <a:ext uri="{FF2B5EF4-FFF2-40B4-BE49-F238E27FC236}">
                <a16:creationId xmlns:a16="http://schemas.microsoft.com/office/drawing/2014/main" id="{46D88BC3-20A5-4627-A261-B4AA8839F7A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61709" y="1624469"/>
            <a:ext cx="688646" cy="378000"/>
          </a:xfrm>
          <a:prstGeom prst="roundRect">
            <a:avLst/>
          </a:prstGeom>
          <a:solidFill>
            <a:srgbClr val="FBBD00"/>
          </a:solidFill>
          <a:ln w="19050">
            <a:solidFill>
              <a:srgbClr val="8C000D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9" name="Text Placeholder 66">
            <a:extLst>
              <a:ext uri="{FF2B5EF4-FFF2-40B4-BE49-F238E27FC236}">
                <a16:creationId xmlns:a16="http://schemas.microsoft.com/office/drawing/2014/main" id="{219FC3F6-DA18-4222-8400-078ADBAEFD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61708" y="2216901"/>
            <a:ext cx="688646" cy="378000"/>
          </a:xfrm>
          <a:prstGeom prst="roundRect">
            <a:avLst/>
          </a:prstGeom>
          <a:solidFill>
            <a:srgbClr val="FBBD00"/>
          </a:solidFill>
          <a:ln w="19050">
            <a:solidFill>
              <a:srgbClr val="8C000D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0" name="Text Placeholder 66">
            <a:extLst>
              <a:ext uri="{FF2B5EF4-FFF2-40B4-BE49-F238E27FC236}">
                <a16:creationId xmlns:a16="http://schemas.microsoft.com/office/drawing/2014/main" id="{8F795EB7-DD9C-4492-9126-02ECF4BE47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61707" y="2807479"/>
            <a:ext cx="688646" cy="378000"/>
          </a:xfrm>
          <a:prstGeom prst="roundRect">
            <a:avLst/>
          </a:prstGeom>
          <a:solidFill>
            <a:srgbClr val="FBBD00"/>
          </a:solidFill>
          <a:ln w="19050">
            <a:solidFill>
              <a:srgbClr val="8C000D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1" name="Text Placeholder 66">
            <a:extLst>
              <a:ext uri="{FF2B5EF4-FFF2-40B4-BE49-F238E27FC236}">
                <a16:creationId xmlns:a16="http://schemas.microsoft.com/office/drawing/2014/main" id="{1D7B28A3-AEA1-4BEC-856C-32011A1A5D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61706" y="3398057"/>
            <a:ext cx="688646" cy="378000"/>
          </a:xfrm>
          <a:prstGeom prst="roundRect">
            <a:avLst/>
          </a:prstGeom>
          <a:solidFill>
            <a:srgbClr val="FBBD00"/>
          </a:solidFill>
          <a:ln w="19050">
            <a:solidFill>
              <a:srgbClr val="8C000D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2" name="Text Placeholder 66">
            <a:extLst>
              <a:ext uri="{FF2B5EF4-FFF2-40B4-BE49-F238E27FC236}">
                <a16:creationId xmlns:a16="http://schemas.microsoft.com/office/drawing/2014/main" id="{860ED887-FB7C-416D-854C-0A9469D276A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61706" y="3988635"/>
            <a:ext cx="688646" cy="378000"/>
          </a:xfrm>
          <a:prstGeom prst="roundRect">
            <a:avLst/>
          </a:prstGeom>
          <a:solidFill>
            <a:srgbClr val="FBBD00"/>
          </a:solidFill>
          <a:ln w="19050">
            <a:solidFill>
              <a:srgbClr val="8C000D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3" name="Text Placeholder 66">
            <a:extLst>
              <a:ext uri="{FF2B5EF4-FFF2-40B4-BE49-F238E27FC236}">
                <a16:creationId xmlns:a16="http://schemas.microsoft.com/office/drawing/2014/main" id="{CDD57C55-48AE-4971-B967-2F53C5C751D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561706" y="4579213"/>
            <a:ext cx="688646" cy="378000"/>
          </a:xfrm>
          <a:prstGeom prst="roundRect">
            <a:avLst/>
          </a:prstGeom>
          <a:solidFill>
            <a:srgbClr val="FBBD00"/>
          </a:solidFill>
          <a:ln w="19050">
            <a:solidFill>
              <a:srgbClr val="8C000D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4" name="Text Placeholder 66">
            <a:extLst>
              <a:ext uri="{FF2B5EF4-FFF2-40B4-BE49-F238E27FC236}">
                <a16:creationId xmlns:a16="http://schemas.microsoft.com/office/drawing/2014/main" id="{3F2FBDB2-88BF-4DBF-94D6-325D9D3713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561707" y="5153895"/>
            <a:ext cx="688646" cy="378000"/>
          </a:xfrm>
          <a:prstGeom prst="roundRect">
            <a:avLst/>
          </a:prstGeom>
          <a:solidFill>
            <a:srgbClr val="FBBD00"/>
          </a:solidFill>
          <a:ln w="19050">
            <a:solidFill>
              <a:srgbClr val="8C000D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5" name="Text Placeholder 55">
            <a:extLst>
              <a:ext uri="{FF2B5EF4-FFF2-40B4-BE49-F238E27FC236}">
                <a16:creationId xmlns:a16="http://schemas.microsoft.com/office/drawing/2014/main" id="{7D84F448-502A-4B83-BE17-B0353167A66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77448" y="5708113"/>
            <a:ext cx="6516578" cy="378000"/>
          </a:xfrm>
          <a:prstGeom prst="roundRect">
            <a:avLst/>
          </a:prstGeom>
          <a:ln w="19050">
            <a:solidFill>
              <a:srgbClr val="A5002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Click to edit Master text styles</a:t>
            </a:r>
          </a:p>
        </p:txBody>
      </p:sp>
      <p:sp>
        <p:nvSpPr>
          <p:cNvPr id="76" name="Text Placeholder 66">
            <a:extLst>
              <a:ext uri="{FF2B5EF4-FFF2-40B4-BE49-F238E27FC236}">
                <a16:creationId xmlns:a16="http://schemas.microsoft.com/office/drawing/2014/main" id="{B512288C-4DFF-4440-9FF3-45C456D7DE5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561706" y="5708113"/>
            <a:ext cx="688646" cy="378000"/>
          </a:xfrm>
          <a:prstGeom prst="roundRect">
            <a:avLst/>
          </a:prstGeom>
          <a:solidFill>
            <a:srgbClr val="FBBD00"/>
          </a:solidFill>
          <a:ln w="19050">
            <a:solidFill>
              <a:srgbClr val="8C000D"/>
            </a:solidFill>
          </a:ln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95048" y="4363659"/>
            <a:ext cx="1893623" cy="1214499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26" name="Rectangle 25"/>
          <p:cNvSpPr/>
          <p:nvPr userDrawn="1"/>
        </p:nvSpPr>
        <p:spPr>
          <a:xfrm>
            <a:off x="82528" y="5578158"/>
            <a:ext cx="1893623" cy="1173991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27" name="Rectangle 26"/>
          <p:cNvSpPr/>
          <p:nvPr userDrawn="1"/>
        </p:nvSpPr>
        <p:spPr>
          <a:xfrm>
            <a:off x="82529" y="3289640"/>
            <a:ext cx="1893623" cy="1070082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28" name="Rectangle 27"/>
          <p:cNvSpPr/>
          <p:nvPr userDrawn="1"/>
        </p:nvSpPr>
        <p:spPr>
          <a:xfrm>
            <a:off x="82528" y="2082727"/>
            <a:ext cx="1893623" cy="1214499"/>
          </a:xfrm>
          <a:prstGeom prst="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9" y="847489"/>
            <a:ext cx="1918662" cy="1233298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AD0C87-D083-47CD-B17B-83EA2D19FE9C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280" y="784686"/>
            <a:ext cx="11982409" cy="0"/>
          </a:xfrm>
          <a:prstGeom prst="line">
            <a:avLst/>
          </a:prstGeom>
          <a:ln w="38100" cap="rnd">
            <a:solidFill>
              <a:srgbClr val="8C000D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05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40163" y="220228"/>
            <a:ext cx="8955524" cy="36761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lang="en-US" sz="2399" b="1" kern="1200">
                <a:solidFill>
                  <a:srgbClr val="8C000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B49C05D-2AA9-4422-B916-CF7BF2050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6990" y="1010970"/>
            <a:ext cx="4977104" cy="5205192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D07500-D4BB-4D3D-85E8-67C43D0E74A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1648" y="1010970"/>
            <a:ext cx="5262104" cy="5205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797" indent="-342797">
              <a:buClr>
                <a:srgbClr val="8C000D"/>
              </a:buClr>
              <a:buSzPct val="115000"/>
              <a:buFont typeface="Wingdings" panose="05000000000000000000" pitchFamily="2" charset="2"/>
              <a:buChar char="Ø"/>
              <a:defRPr sz="1999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4315" indent="-172748">
              <a:buClr>
                <a:srgbClr val="8C000D"/>
              </a:buClr>
              <a:buSzPct val="115000"/>
              <a:buFont typeface="Wingdings" panose="05000000000000000000" pitchFamily="2" charset="2"/>
              <a:buChar char="Ø"/>
              <a:defRPr sz="179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28461" indent="-285664">
              <a:buClr>
                <a:srgbClr val="8C000D"/>
              </a:buClr>
              <a:buSzPct val="115000"/>
              <a:buFont typeface="Wingdings" panose="05000000000000000000" pitchFamily="2" charset="2"/>
              <a:buChar char="Ø"/>
              <a:defRPr sz="1799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AD0C87-D083-47CD-B17B-83EA2D19FE9C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280" y="801014"/>
            <a:ext cx="11982409" cy="0"/>
          </a:xfrm>
          <a:prstGeom prst="line">
            <a:avLst/>
          </a:prstGeom>
          <a:ln w="38100" cap="rnd">
            <a:solidFill>
              <a:srgbClr val="8C000D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06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61423" y="230861"/>
            <a:ext cx="8906110" cy="36761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lang="en-US" sz="2399" b="1" kern="1200">
                <a:solidFill>
                  <a:srgbClr val="8A010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51CAA-93F9-45B6-97D2-92CC3F4413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648" y="984146"/>
            <a:ext cx="10562428" cy="4900613"/>
          </a:xfrm>
        </p:spPr>
        <p:txBody>
          <a:bodyPr/>
          <a:lstStyle>
            <a:lvl1pPr marL="342797" indent="-342797">
              <a:buClr>
                <a:srgbClr val="8C000D"/>
              </a:buClr>
              <a:buSzPct val="115000"/>
              <a:buFont typeface="Wingdings" panose="05000000000000000000" pitchFamily="2" charset="2"/>
              <a:buChar char="Ø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4315" indent="-172748">
              <a:buClr>
                <a:srgbClr val="8C000D"/>
              </a:buClr>
              <a:buSzPct val="115000"/>
              <a:buFont typeface="Wingdings" panose="05000000000000000000" pitchFamily="2" charset="2"/>
              <a:buChar char="Ø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11047" indent="-165550">
              <a:buClr>
                <a:srgbClr val="8C000D"/>
              </a:buClr>
              <a:buSzPct val="115000"/>
              <a:buFont typeface="Wingdings" panose="05000000000000000000" pitchFamily="2" charset="2"/>
              <a:buChar char="Ø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26875" indent="-85699">
              <a:buClr>
                <a:srgbClr val="8C000D"/>
              </a:buClr>
              <a:buSzPct val="115000"/>
              <a:buFont typeface="Wingdings" panose="05000000000000000000" pitchFamily="2" charset="2"/>
              <a:buChar char="Ø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04622" indent="-85699">
              <a:buClr>
                <a:srgbClr val="8C000D"/>
              </a:buClr>
              <a:buSzPct val="115000"/>
              <a:buFont typeface="Wingdings" panose="05000000000000000000" pitchFamily="2" charset="2"/>
              <a:buChar char="Ø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AD0C87-D083-47CD-B17B-83EA2D19FE9C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280" y="801014"/>
            <a:ext cx="11982409" cy="0"/>
          </a:xfrm>
          <a:prstGeom prst="line">
            <a:avLst/>
          </a:prstGeom>
          <a:ln w="38100" cap="rnd">
            <a:solidFill>
              <a:srgbClr val="8C000C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02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240" y="3175713"/>
            <a:ext cx="10512862" cy="692497"/>
          </a:xfrm>
        </p:spPr>
        <p:txBody>
          <a:bodyPr anchor="b"/>
          <a:lstStyle>
            <a:lvl1pPr>
              <a:defRPr sz="4999" b="1">
                <a:solidFill>
                  <a:srgbClr val="8C00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50280" y="3949093"/>
            <a:ext cx="11538545" cy="0"/>
          </a:xfrm>
          <a:prstGeom prst="line">
            <a:avLst/>
          </a:prstGeom>
          <a:ln w="117475" cap="flat">
            <a:solidFill>
              <a:srgbClr val="8C000D"/>
            </a:solidFill>
            <a:prstDash val="solid"/>
            <a:round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AD0C87-D083-47CD-B17B-83EA2D19FE9C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280" y="801014"/>
            <a:ext cx="11982409" cy="0"/>
          </a:xfrm>
          <a:prstGeom prst="line">
            <a:avLst/>
          </a:prstGeom>
          <a:ln w="38100" cap="rnd">
            <a:solidFill>
              <a:srgbClr val="8C000D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994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opyright" hidden="1"/>
          <p:cNvSpPr txBox="1"/>
          <p:nvPr/>
        </p:nvSpPr>
        <p:spPr>
          <a:xfrm rot="16200000">
            <a:off x="9483763" y="3922512"/>
            <a:ext cx="5133975" cy="969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prstClr val="white">
                    <a:lumMod val="50000"/>
                  </a:prstClr>
                </a:solidFill>
                <a:latin typeface="Trebuchet MS" panose="020B0603020202020204" pitchFamily="34" charset="0"/>
                <a:cs typeface="Arial" panose="020B0604020202020204" pitchFamily="34" charset="0"/>
                <a:sym typeface="Trebuchet MS" panose="020B0603020202020204" pitchFamily="34" charset="0"/>
              </a:rPr>
              <a:t>Copyright © 2017 by The Boston Consulting Group, Inc. All rights reserved.</a:t>
            </a:r>
          </a:p>
        </p:txBody>
      </p:sp>
      <p:sp>
        <p:nvSpPr>
          <p:cNvPr id="19" name="FooterSimple" hidden="1"/>
          <p:cNvSpPr txBox="1"/>
          <p:nvPr>
            <p:custDataLst>
              <p:tags r:id="rId2"/>
            </p:custDataLst>
          </p:nvPr>
        </p:nvSpPr>
        <p:spPr>
          <a:xfrm rot="16200000">
            <a:off x="10558212" y="5117899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latin typeface="Trebuchet MS" panose="020B0603020202020204" pitchFamily="34" charset="0"/>
                <a:cs typeface="Arial" panose="020B0604020202020204" pitchFamily="34" charset="0"/>
                <a:sym typeface="Trebuchet MS" panose="020B0603020202020204" pitchFamily="34" charset="0"/>
              </a:rPr>
              <a:t>ONGC Corporate Presentation_vFF.pptx</a:t>
            </a:r>
            <a:endParaRPr lang="en-US" sz="700" dirty="0">
              <a:solidFill>
                <a:prstClr val="white">
                  <a:lumMod val="50000"/>
                </a:prstClr>
              </a:solidFill>
              <a:latin typeface="Trebuchet MS" panose="020B0603020202020204" pitchFamily="34" charset="0"/>
              <a:cs typeface="Arial" panose="020B0604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561934E-F465-4F25-AA99-E04D54F493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3139" y="1064029"/>
            <a:ext cx="6170593" cy="5178829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45AED3-9EA7-44D2-9CBB-E8ADAA34D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34873" y="1330036"/>
            <a:ext cx="5443418" cy="4646814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21">
            <a:extLst>
              <a:ext uri="{FF2B5EF4-FFF2-40B4-BE49-F238E27FC236}">
                <a16:creationId xmlns:a16="http://schemas.microsoft.com/office/drawing/2014/main" id="{41D4ED4D-1736-4B86-AC64-0E1D59BEC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80964"/>
            <a:ext cx="9026791" cy="64769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vert="horz" anchor="ctr" anchorCtr="0">
            <a:normAutofit/>
          </a:bodyPr>
          <a:lstStyle>
            <a:lvl1pPr algn="l">
              <a:defRPr b="1">
                <a:solidFill>
                  <a:srgbClr val="8C000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AD0C87-D083-47CD-B17B-83EA2D19FE9C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280" y="801014"/>
            <a:ext cx="11982409" cy="0"/>
          </a:xfrm>
          <a:prstGeom prst="line">
            <a:avLst/>
          </a:prstGeom>
          <a:ln w="38100" cap="rnd">
            <a:solidFill>
              <a:srgbClr val="8C000D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814718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278694F3-CE53-764B-8F89-BB613A18574E}"/>
              </a:ext>
            </a:extLst>
          </p:cNvPr>
          <p:cNvSpPr/>
          <p:nvPr userDrawn="1"/>
        </p:nvSpPr>
        <p:spPr>
          <a:xfrm flipV="1">
            <a:off x="0" y="0"/>
            <a:ext cx="1106136" cy="6858000"/>
          </a:xfrm>
          <a:prstGeom prst="rtTriangle">
            <a:avLst/>
          </a:prstGeom>
          <a:solidFill>
            <a:srgbClr val="FFCE4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22" name="Picture 21" descr="http://upload.wikimedia.org/wikipedia/en/thumb/9/9a/ONGC_Logo.svg/2000px-ONGC_Logo.svg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528" y="80963"/>
            <a:ext cx="649119" cy="649288"/>
          </a:xfrm>
          <a:prstGeom prst="rect">
            <a:avLst/>
          </a:prstGeom>
          <a:noFill/>
        </p:spPr>
      </p:pic>
      <p:sp>
        <p:nvSpPr>
          <p:cNvPr id="23" name="Rectangle 22"/>
          <p:cNvSpPr/>
          <p:nvPr userDrawn="1"/>
        </p:nvSpPr>
        <p:spPr>
          <a:xfrm>
            <a:off x="8149689" y="3233381"/>
            <a:ext cx="4035962" cy="7506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I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Parallelogram 7"/>
          <p:cNvSpPr/>
          <p:nvPr userDrawn="1"/>
        </p:nvSpPr>
        <p:spPr>
          <a:xfrm>
            <a:off x="485166" y="3247030"/>
            <a:ext cx="3400792" cy="743803"/>
          </a:xfrm>
          <a:custGeom>
            <a:avLst/>
            <a:gdLst>
              <a:gd name="connsiteX0" fmla="*/ 0 w 6207188"/>
              <a:gd name="connsiteY0" fmla="*/ 609600 h 609600"/>
              <a:gd name="connsiteX1" fmla="*/ 152400 w 6207188"/>
              <a:gd name="connsiteY1" fmla="*/ 0 h 609600"/>
              <a:gd name="connsiteX2" fmla="*/ 6207188 w 6207188"/>
              <a:gd name="connsiteY2" fmla="*/ 0 h 609600"/>
              <a:gd name="connsiteX3" fmla="*/ 6054788 w 6207188"/>
              <a:gd name="connsiteY3" fmla="*/ 609600 h 609600"/>
              <a:gd name="connsiteX4" fmla="*/ 0 w 6207188"/>
              <a:gd name="connsiteY4" fmla="*/ 609600 h 609600"/>
              <a:gd name="connsiteX0" fmla="*/ 0 w 6207188"/>
              <a:gd name="connsiteY0" fmla="*/ 609600 h 623248"/>
              <a:gd name="connsiteX1" fmla="*/ 152400 w 6207188"/>
              <a:gd name="connsiteY1" fmla="*/ 0 h 623248"/>
              <a:gd name="connsiteX2" fmla="*/ 6207188 w 6207188"/>
              <a:gd name="connsiteY2" fmla="*/ 0 h 623248"/>
              <a:gd name="connsiteX3" fmla="*/ 6204913 w 6207188"/>
              <a:gd name="connsiteY3" fmla="*/ 623248 h 623248"/>
              <a:gd name="connsiteX4" fmla="*/ 0 w 6207188"/>
              <a:gd name="connsiteY4" fmla="*/ 609600 h 623248"/>
              <a:gd name="connsiteX0" fmla="*/ 0 w 6152597"/>
              <a:gd name="connsiteY0" fmla="*/ 609600 h 623248"/>
              <a:gd name="connsiteX1" fmla="*/ 97809 w 6152597"/>
              <a:gd name="connsiteY1" fmla="*/ 0 h 623248"/>
              <a:gd name="connsiteX2" fmla="*/ 6152597 w 6152597"/>
              <a:gd name="connsiteY2" fmla="*/ 0 h 623248"/>
              <a:gd name="connsiteX3" fmla="*/ 6150322 w 6152597"/>
              <a:gd name="connsiteY3" fmla="*/ 623248 h 623248"/>
              <a:gd name="connsiteX4" fmla="*/ 0 w 6152597"/>
              <a:gd name="connsiteY4" fmla="*/ 609600 h 623248"/>
              <a:gd name="connsiteX0" fmla="*/ 0 w 6177451"/>
              <a:gd name="connsiteY0" fmla="*/ 609600 h 623248"/>
              <a:gd name="connsiteX1" fmla="*/ 122663 w 6177451"/>
              <a:gd name="connsiteY1" fmla="*/ 0 h 623248"/>
              <a:gd name="connsiteX2" fmla="*/ 6177451 w 6177451"/>
              <a:gd name="connsiteY2" fmla="*/ 0 h 623248"/>
              <a:gd name="connsiteX3" fmla="*/ 6175176 w 6177451"/>
              <a:gd name="connsiteY3" fmla="*/ 623248 h 623248"/>
              <a:gd name="connsiteX4" fmla="*/ 0 w 6177451"/>
              <a:gd name="connsiteY4" fmla="*/ 609600 h 623248"/>
              <a:gd name="connsiteX0" fmla="*/ 0 w 6177451"/>
              <a:gd name="connsiteY0" fmla="*/ 609600 h 623248"/>
              <a:gd name="connsiteX1" fmla="*/ 172373 w 6177451"/>
              <a:gd name="connsiteY1" fmla="*/ 0 h 623248"/>
              <a:gd name="connsiteX2" fmla="*/ 6177451 w 6177451"/>
              <a:gd name="connsiteY2" fmla="*/ 0 h 623248"/>
              <a:gd name="connsiteX3" fmla="*/ 6175176 w 6177451"/>
              <a:gd name="connsiteY3" fmla="*/ 623248 h 623248"/>
              <a:gd name="connsiteX4" fmla="*/ 0 w 6177451"/>
              <a:gd name="connsiteY4" fmla="*/ 609600 h 623248"/>
              <a:gd name="connsiteX0" fmla="*/ 0 w 6177451"/>
              <a:gd name="connsiteY0" fmla="*/ 598164 h 623248"/>
              <a:gd name="connsiteX1" fmla="*/ 172373 w 6177451"/>
              <a:gd name="connsiteY1" fmla="*/ 0 h 623248"/>
              <a:gd name="connsiteX2" fmla="*/ 6177451 w 6177451"/>
              <a:gd name="connsiteY2" fmla="*/ 0 h 623248"/>
              <a:gd name="connsiteX3" fmla="*/ 6175176 w 6177451"/>
              <a:gd name="connsiteY3" fmla="*/ 623248 h 623248"/>
              <a:gd name="connsiteX4" fmla="*/ 0 w 6177451"/>
              <a:gd name="connsiteY4" fmla="*/ 598164 h 623248"/>
              <a:gd name="connsiteX0" fmla="*/ 0 w 6160105"/>
              <a:gd name="connsiteY0" fmla="*/ 598164 h 623248"/>
              <a:gd name="connsiteX1" fmla="*/ 155027 w 6160105"/>
              <a:gd name="connsiteY1" fmla="*/ 0 h 623248"/>
              <a:gd name="connsiteX2" fmla="*/ 6160105 w 6160105"/>
              <a:gd name="connsiteY2" fmla="*/ 0 h 623248"/>
              <a:gd name="connsiteX3" fmla="*/ 6157830 w 6160105"/>
              <a:gd name="connsiteY3" fmla="*/ 623248 h 623248"/>
              <a:gd name="connsiteX4" fmla="*/ 0 w 6160105"/>
              <a:gd name="connsiteY4" fmla="*/ 598164 h 623248"/>
              <a:gd name="connsiteX0" fmla="*/ 0 w 6194797"/>
              <a:gd name="connsiteY0" fmla="*/ 598164 h 623248"/>
              <a:gd name="connsiteX1" fmla="*/ 189719 w 6194797"/>
              <a:gd name="connsiteY1" fmla="*/ 0 h 623248"/>
              <a:gd name="connsiteX2" fmla="*/ 6194797 w 6194797"/>
              <a:gd name="connsiteY2" fmla="*/ 0 h 623248"/>
              <a:gd name="connsiteX3" fmla="*/ 6192522 w 6194797"/>
              <a:gd name="connsiteY3" fmla="*/ 623248 h 623248"/>
              <a:gd name="connsiteX4" fmla="*/ 0 w 6194797"/>
              <a:gd name="connsiteY4" fmla="*/ 598164 h 623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4797" h="623248">
                <a:moveTo>
                  <a:pt x="0" y="598164"/>
                </a:moveTo>
                <a:lnTo>
                  <a:pt x="189719" y="0"/>
                </a:lnTo>
                <a:lnTo>
                  <a:pt x="6194797" y="0"/>
                </a:lnTo>
                <a:cubicBezTo>
                  <a:pt x="6194039" y="207749"/>
                  <a:pt x="6193280" y="415499"/>
                  <a:pt x="6192522" y="623248"/>
                </a:cubicBezTo>
                <a:lnTo>
                  <a:pt x="0" y="59816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IN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TextBox 24"/>
          <p:cNvSpPr txBox="1"/>
          <p:nvPr userDrawn="1"/>
        </p:nvSpPr>
        <p:spPr>
          <a:xfrm>
            <a:off x="3959781" y="3643953"/>
            <a:ext cx="3428107" cy="7506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eaLnBrk="0" fontAlgn="base" hangingPunct="0">
              <a:spcAft>
                <a:spcPct val="0"/>
              </a:spcAft>
              <a:buClr>
                <a:schemeClr val="accent5"/>
              </a:buClr>
              <a:buSzPct val="115000"/>
            </a:pPr>
            <a:endParaRPr lang="en-IN" sz="1100" b="1" dirty="0">
              <a:solidFill>
                <a:schemeClr val="accent2"/>
              </a:solidFill>
              <a:cs typeface="Rubik Light" panose="02000604000000020004" pitchFamily="2" charset="-79"/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3197979" y="3227253"/>
            <a:ext cx="4723170" cy="1981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eaLnBrk="0" fontAlgn="base" hangingPunct="0">
              <a:spcAft>
                <a:spcPct val="0"/>
              </a:spcAft>
              <a:buClr>
                <a:schemeClr val="accent5"/>
              </a:buClr>
              <a:buSzPct val="115000"/>
            </a:pPr>
            <a:endParaRPr lang="en-IN" sz="1100" b="1" dirty="0">
              <a:solidFill>
                <a:schemeClr val="accent2"/>
              </a:solidFill>
              <a:cs typeface="Rubik Light" panose="02000604000000020004" pitchFamily="2" charset="-79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122327" y="1757116"/>
            <a:ext cx="3772690" cy="3773673"/>
          </a:xfrm>
          <a:prstGeom prst="ellipse">
            <a:avLst/>
          </a:prstGeom>
          <a:ln w="63500" cap="rnd">
            <a:solidFill>
              <a:srgbClr val="9E000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47961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7"/>
            <a:ext cx="10360501" cy="3323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441" y="6356352"/>
            <a:ext cx="2844059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356352"/>
            <a:ext cx="3859795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5325" y="6356352"/>
            <a:ext cx="2844059" cy="365125"/>
          </a:xfrm>
          <a:prstGeom prst="rect">
            <a:avLst/>
          </a:prstGeom>
        </p:spPr>
        <p:txBody>
          <a:bodyPr/>
          <a:lstStyle/>
          <a:p>
            <a:fld id="{0DF5599A-252F-4DE7-BABE-669639548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246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396" y="234071"/>
            <a:ext cx="8977362" cy="36761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b="1">
                <a:solidFill>
                  <a:srgbClr val="8A000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AD0C87-D083-47CD-B17B-83EA2D19FE9C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280" y="801014"/>
            <a:ext cx="11982409" cy="0"/>
          </a:xfrm>
          <a:prstGeom prst="line">
            <a:avLst/>
          </a:prstGeom>
          <a:ln w="38100" cap="rnd">
            <a:solidFill>
              <a:srgbClr val="8C000D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528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6">
          <p15:clr>
            <a:srgbClr val="FBAE40"/>
          </p15:clr>
        </p15:guide>
        <p15:guide id="2" pos="1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0228014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>
              <a:buNone/>
            </a:pPr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8814" y="-380998"/>
            <a:ext cx="1576816" cy="164214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74612" y="1284394"/>
            <a:ext cx="5562600" cy="51164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5713412" y="1284394"/>
            <a:ext cx="6400800" cy="51164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43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0228014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>
              <a:buNone/>
            </a:pPr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8814" y="-380998"/>
            <a:ext cx="1576816" cy="164214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>
          <a:xfrm>
            <a:off x="150813" y="1284394"/>
            <a:ext cx="5486399" cy="51164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713413" y="1260475"/>
            <a:ext cx="6324600" cy="5140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910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0228014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>
              <a:buNone/>
            </a:pPr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8814" y="-380998"/>
            <a:ext cx="1576816" cy="1642145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4612" y="1208094"/>
            <a:ext cx="6324600" cy="5140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sz="quarter" idx="18"/>
          </p:nvPr>
        </p:nvSpPr>
        <p:spPr>
          <a:xfrm>
            <a:off x="6475413" y="1208088"/>
            <a:ext cx="5410200" cy="51403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262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0228014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 marL="342704" indent="-342704">
              <a:buNone/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/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8814" y="-380998"/>
            <a:ext cx="1576816" cy="1642145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6015914" y="3992723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015914" y="990600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54775" y="3992723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54775" y="990600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158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0228014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 marL="342704" indent="-342704">
              <a:buNone/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/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2534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6" y="67733"/>
            <a:ext cx="11243876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>
              <a:buNone/>
            </a:pPr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74612" y="1284394"/>
            <a:ext cx="5562600" cy="51164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5713412" y="1284394"/>
            <a:ext cx="6400800" cy="51164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544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7" y="67733"/>
            <a:ext cx="11167676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>
              <a:buNone/>
            </a:pPr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>
          <a:xfrm>
            <a:off x="150813" y="1284394"/>
            <a:ext cx="5486399" cy="51164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713413" y="1260475"/>
            <a:ext cx="6324600" cy="5140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55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6" y="67733"/>
            <a:ext cx="11243875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>
              <a:buNone/>
            </a:pPr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4612" y="1208094"/>
            <a:ext cx="6324600" cy="5140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sz="quarter" idx="18"/>
          </p:nvPr>
        </p:nvSpPr>
        <p:spPr>
          <a:xfrm>
            <a:off x="6475413" y="1208088"/>
            <a:ext cx="5410200" cy="51403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00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6" y="67733"/>
            <a:ext cx="11243875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 marL="342704" indent="-342704">
              <a:buNone/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/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  <p:sp>
        <p:nvSpPr>
          <p:cNvPr id="13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6015914" y="3992723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015914" y="990600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54775" y="3992723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54775" y="990600"/>
            <a:ext cx="5338597" cy="27432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620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6" y="67733"/>
            <a:ext cx="11243875" cy="69426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lIns="288000" anchor="ctr"/>
          <a:lstStyle>
            <a:lvl1pPr marL="342704" indent="-342704">
              <a:buNone/>
              <a:defRPr lang="en-US" sz="2398" b="1" dirty="0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 eaLnBrk="0" hangingPunct="0"/>
            <a:r>
              <a:rPr lang="en-US" dirty="0"/>
              <a:t>Slide title</a:t>
            </a: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5011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Pag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70ED26-1BB2-494A-9F9B-C77E25337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0335" y="67734"/>
            <a:ext cx="10228014" cy="694266"/>
          </a:xfrm>
          <a:prstGeom prst="roundRect">
            <a:avLst/>
          </a:prstGeom>
          <a:solidFill>
            <a:srgbClr val="D9D9D9"/>
          </a:solidFill>
        </p:spPr>
        <p:txBody>
          <a:bodyPr lIns="288000" anchor="ctr"/>
          <a:lstStyle>
            <a:lvl1pPr marL="0" indent="0">
              <a:buNone/>
              <a:defRPr sz="2398">
                <a:solidFill>
                  <a:srgbClr val="9E000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6926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524467" y="6444568"/>
            <a:ext cx="562786" cy="337232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0">
                <a:solidFill>
                  <a:schemeClr val="tx1"/>
                </a:solidFill>
              </a:defRPr>
            </a:lvl1pPr>
          </a:lstStyle>
          <a:p>
            <a:fld id="{03D9EA4B-A161-4483-89F9-6F4160F155F1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  <p:pic>
        <p:nvPicPr>
          <p:cNvPr id="7" name="Picture 6" descr="http://upload.wikimedia.org/wikipedia/en/thumb/9/9a/ONGC_Logo.svg/2000px-ONGC_Logo.sv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3" y="71530"/>
            <a:ext cx="701663" cy="6580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80485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2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fi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12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11" Type="http://schemas.openxmlformats.org/officeDocument/2006/relationships/image" Target="../media/image6.pn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0.emf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1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2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248101B-9D8F-D642-8DCD-A45D2DBD4738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C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47C85D1F-C138-7543-BF24-3EA1EFEE19C2}"/>
              </a:ext>
            </a:extLst>
          </p:cNvPr>
          <p:cNvSpPr/>
          <p:nvPr userDrawn="1"/>
        </p:nvSpPr>
        <p:spPr>
          <a:xfrm flipV="1">
            <a:off x="0" y="0"/>
            <a:ext cx="1106424" cy="6858000"/>
          </a:xfrm>
          <a:prstGeom prst="rtTriangle">
            <a:avLst/>
          </a:prstGeom>
          <a:solidFill>
            <a:srgbClr val="FFC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A76C77-F7FF-B946-938A-3DD0C0260AC1}"/>
              </a:ext>
            </a:extLst>
          </p:cNvPr>
          <p:cNvSpPr/>
          <p:nvPr userDrawn="1"/>
        </p:nvSpPr>
        <p:spPr>
          <a:xfrm>
            <a:off x="1370012" y="990600"/>
            <a:ext cx="10363200" cy="64008"/>
          </a:xfrm>
          <a:prstGeom prst="rect">
            <a:avLst/>
          </a:prstGeom>
          <a:solidFill>
            <a:srgbClr val="FFC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2378089" y="3429000"/>
            <a:ext cx="840190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 userDrawn="1"/>
        </p:nvSpPr>
        <p:spPr>
          <a:xfrm>
            <a:off x="7425784" y="5367276"/>
            <a:ext cx="2341251" cy="1501200"/>
          </a:xfrm>
          <a:prstGeom prst="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 userDrawn="1"/>
        </p:nvSpPr>
        <p:spPr>
          <a:xfrm>
            <a:off x="9763431" y="5367276"/>
            <a:ext cx="2422035" cy="1501200"/>
          </a:xfrm>
          <a:prstGeom prst="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 userDrawn="1"/>
        </p:nvSpPr>
        <p:spPr>
          <a:xfrm>
            <a:off x="4713250" y="5367276"/>
            <a:ext cx="2755606" cy="1501200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 userDrawn="1"/>
        </p:nvSpPr>
        <p:spPr>
          <a:xfrm>
            <a:off x="2378089" y="5367276"/>
            <a:ext cx="2341251" cy="1501200"/>
          </a:xfrm>
          <a:prstGeom prst="rect">
            <a:avLst/>
          </a:prstGeom>
          <a:blipFill dpi="0"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Freeform 31"/>
          <p:cNvSpPr/>
          <p:nvPr userDrawn="1"/>
        </p:nvSpPr>
        <p:spPr>
          <a:xfrm>
            <a:off x="-22509" y="5367276"/>
            <a:ext cx="2404201" cy="1501200"/>
          </a:xfrm>
          <a:custGeom>
            <a:avLst/>
            <a:gdLst>
              <a:gd name="connsiteX0" fmla="*/ 255181 w 2381693"/>
              <a:gd name="connsiteY0" fmla="*/ 0 h 1499191"/>
              <a:gd name="connsiteX1" fmla="*/ 0 w 2381693"/>
              <a:gd name="connsiteY1" fmla="*/ 1488558 h 1499191"/>
              <a:gd name="connsiteX2" fmla="*/ 2381693 w 2381693"/>
              <a:gd name="connsiteY2" fmla="*/ 1499191 h 1499191"/>
              <a:gd name="connsiteX3" fmla="*/ 2381693 w 2381693"/>
              <a:gd name="connsiteY3" fmla="*/ 10633 h 1499191"/>
              <a:gd name="connsiteX4" fmla="*/ 255181 w 2381693"/>
              <a:gd name="connsiteY4" fmla="*/ 0 h 1499191"/>
              <a:gd name="connsiteX0" fmla="*/ 265814 w 2392326"/>
              <a:gd name="connsiteY0" fmla="*/ 0 h 1499191"/>
              <a:gd name="connsiteX1" fmla="*/ 0 w 2392326"/>
              <a:gd name="connsiteY1" fmla="*/ 1020726 h 1499191"/>
              <a:gd name="connsiteX2" fmla="*/ 10633 w 2392326"/>
              <a:gd name="connsiteY2" fmla="*/ 1488558 h 1499191"/>
              <a:gd name="connsiteX3" fmla="*/ 2392326 w 2392326"/>
              <a:gd name="connsiteY3" fmla="*/ 1499191 h 1499191"/>
              <a:gd name="connsiteX4" fmla="*/ 2392326 w 2392326"/>
              <a:gd name="connsiteY4" fmla="*/ 10633 h 1499191"/>
              <a:gd name="connsiteX5" fmla="*/ 265814 w 2392326"/>
              <a:gd name="connsiteY5" fmla="*/ 0 h 1499191"/>
              <a:gd name="connsiteX0" fmla="*/ 253939 w 2392326"/>
              <a:gd name="connsiteY0" fmla="*/ 0 h 1499191"/>
              <a:gd name="connsiteX1" fmla="*/ 0 w 2392326"/>
              <a:gd name="connsiteY1" fmla="*/ 1020726 h 1499191"/>
              <a:gd name="connsiteX2" fmla="*/ 10633 w 2392326"/>
              <a:gd name="connsiteY2" fmla="*/ 1488558 h 1499191"/>
              <a:gd name="connsiteX3" fmla="*/ 2392326 w 2392326"/>
              <a:gd name="connsiteY3" fmla="*/ 1499191 h 1499191"/>
              <a:gd name="connsiteX4" fmla="*/ 2392326 w 2392326"/>
              <a:gd name="connsiteY4" fmla="*/ 10633 h 1499191"/>
              <a:gd name="connsiteX5" fmla="*/ 253939 w 2392326"/>
              <a:gd name="connsiteY5" fmla="*/ 0 h 1499191"/>
              <a:gd name="connsiteX0" fmla="*/ 265814 w 2404201"/>
              <a:gd name="connsiteY0" fmla="*/ 0 h 1499191"/>
              <a:gd name="connsiteX1" fmla="*/ 0 w 2404201"/>
              <a:gd name="connsiteY1" fmla="*/ 1020726 h 1499191"/>
              <a:gd name="connsiteX2" fmla="*/ 22508 w 2404201"/>
              <a:gd name="connsiteY2" fmla="*/ 1488558 h 1499191"/>
              <a:gd name="connsiteX3" fmla="*/ 2404201 w 2404201"/>
              <a:gd name="connsiteY3" fmla="*/ 1499191 h 1499191"/>
              <a:gd name="connsiteX4" fmla="*/ 2404201 w 2404201"/>
              <a:gd name="connsiteY4" fmla="*/ 10633 h 1499191"/>
              <a:gd name="connsiteX5" fmla="*/ 265814 w 2404201"/>
              <a:gd name="connsiteY5" fmla="*/ 0 h 1499191"/>
              <a:gd name="connsiteX0" fmla="*/ 265814 w 2404201"/>
              <a:gd name="connsiteY0" fmla="*/ 0 h 1499191"/>
              <a:gd name="connsiteX1" fmla="*/ 0 w 2404201"/>
              <a:gd name="connsiteY1" fmla="*/ 1020726 h 1499191"/>
              <a:gd name="connsiteX2" fmla="*/ 22508 w 2404201"/>
              <a:gd name="connsiteY2" fmla="*/ 1488558 h 1499191"/>
              <a:gd name="connsiteX3" fmla="*/ 2404201 w 2404201"/>
              <a:gd name="connsiteY3" fmla="*/ 1499191 h 1499191"/>
              <a:gd name="connsiteX4" fmla="*/ 2404201 w 2404201"/>
              <a:gd name="connsiteY4" fmla="*/ 10633 h 1499191"/>
              <a:gd name="connsiteX5" fmla="*/ 265814 w 2404201"/>
              <a:gd name="connsiteY5" fmla="*/ 0 h 1499191"/>
              <a:gd name="connsiteX0" fmla="*/ 265814 w 2404201"/>
              <a:gd name="connsiteY0" fmla="*/ 0 h 1499191"/>
              <a:gd name="connsiteX1" fmla="*/ 0 w 2404201"/>
              <a:gd name="connsiteY1" fmla="*/ 1020726 h 1499191"/>
              <a:gd name="connsiteX2" fmla="*/ 22508 w 2404201"/>
              <a:gd name="connsiteY2" fmla="*/ 1488558 h 1499191"/>
              <a:gd name="connsiteX3" fmla="*/ 2404201 w 2404201"/>
              <a:gd name="connsiteY3" fmla="*/ 1499191 h 1499191"/>
              <a:gd name="connsiteX4" fmla="*/ 2404201 w 2404201"/>
              <a:gd name="connsiteY4" fmla="*/ 10633 h 1499191"/>
              <a:gd name="connsiteX5" fmla="*/ 265814 w 2404201"/>
              <a:gd name="connsiteY5" fmla="*/ 0 h 1499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04201" h="1499191">
                <a:moveTo>
                  <a:pt x="265814" y="0"/>
                </a:moveTo>
                <a:cubicBezTo>
                  <a:pt x="212651" y="304800"/>
                  <a:pt x="94106" y="715926"/>
                  <a:pt x="0" y="1020726"/>
                </a:cubicBezTo>
                <a:lnTo>
                  <a:pt x="22508" y="1488558"/>
                </a:lnTo>
                <a:lnTo>
                  <a:pt x="2404201" y="1499191"/>
                </a:lnTo>
                <a:lnTo>
                  <a:pt x="2404201" y="10633"/>
                </a:lnTo>
                <a:lnTo>
                  <a:pt x="265814" y="0"/>
                </a:lnTo>
                <a:close/>
              </a:path>
            </a:pathLst>
          </a:custGeom>
          <a:blipFill dpi="0" rotWithShape="1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arallelogram 10"/>
          <p:cNvSpPr/>
          <p:nvPr userDrawn="1"/>
        </p:nvSpPr>
        <p:spPr>
          <a:xfrm>
            <a:off x="227012" y="5181600"/>
            <a:ext cx="11975115" cy="148218"/>
          </a:xfrm>
          <a:custGeom>
            <a:avLst/>
            <a:gdLst>
              <a:gd name="connsiteX0" fmla="*/ 0 w 10129100"/>
              <a:gd name="connsiteY0" fmla="*/ 304800 h 304800"/>
              <a:gd name="connsiteX1" fmla="*/ 76200 w 10129100"/>
              <a:gd name="connsiteY1" fmla="*/ 0 h 304800"/>
              <a:gd name="connsiteX2" fmla="*/ 10129100 w 10129100"/>
              <a:gd name="connsiteY2" fmla="*/ 0 h 304800"/>
              <a:gd name="connsiteX3" fmla="*/ 10052900 w 10129100"/>
              <a:gd name="connsiteY3" fmla="*/ 304800 h 304800"/>
              <a:gd name="connsiteX4" fmla="*/ 0 w 10129100"/>
              <a:gd name="connsiteY4" fmla="*/ 304800 h 304800"/>
              <a:gd name="connsiteX0" fmla="*/ 0 w 10129100"/>
              <a:gd name="connsiteY0" fmla="*/ 304800 h 304800"/>
              <a:gd name="connsiteX1" fmla="*/ 76200 w 10129100"/>
              <a:gd name="connsiteY1" fmla="*/ 0 h 304800"/>
              <a:gd name="connsiteX2" fmla="*/ 10129100 w 10129100"/>
              <a:gd name="connsiteY2" fmla="*/ 0 h 304800"/>
              <a:gd name="connsiteX3" fmla="*/ 10121139 w 10129100"/>
              <a:gd name="connsiteY3" fmla="*/ 304800 h 304800"/>
              <a:gd name="connsiteX4" fmla="*/ 0 w 10129100"/>
              <a:gd name="connsiteY4" fmla="*/ 304800 h 304800"/>
              <a:gd name="connsiteX0" fmla="*/ 0 w 10112987"/>
              <a:gd name="connsiteY0" fmla="*/ 312348 h 312348"/>
              <a:gd name="connsiteX1" fmla="*/ 60087 w 10112987"/>
              <a:gd name="connsiteY1" fmla="*/ 0 h 312348"/>
              <a:gd name="connsiteX2" fmla="*/ 10112987 w 10112987"/>
              <a:gd name="connsiteY2" fmla="*/ 0 h 312348"/>
              <a:gd name="connsiteX3" fmla="*/ 10105026 w 10112987"/>
              <a:gd name="connsiteY3" fmla="*/ 304800 h 312348"/>
              <a:gd name="connsiteX4" fmla="*/ 0 w 10112987"/>
              <a:gd name="connsiteY4" fmla="*/ 312348 h 312348"/>
              <a:gd name="connsiteX0" fmla="*/ 0 w 10112987"/>
              <a:gd name="connsiteY0" fmla="*/ 312348 h 312348"/>
              <a:gd name="connsiteX1" fmla="*/ 27860 w 10112987"/>
              <a:gd name="connsiteY1" fmla="*/ 0 h 312348"/>
              <a:gd name="connsiteX2" fmla="*/ 10112987 w 10112987"/>
              <a:gd name="connsiteY2" fmla="*/ 0 h 312348"/>
              <a:gd name="connsiteX3" fmla="*/ 10105026 w 10112987"/>
              <a:gd name="connsiteY3" fmla="*/ 304800 h 312348"/>
              <a:gd name="connsiteX4" fmla="*/ 0 w 10112987"/>
              <a:gd name="connsiteY4" fmla="*/ 312348 h 312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12987" h="312348">
                <a:moveTo>
                  <a:pt x="0" y="312348"/>
                </a:moveTo>
                <a:lnTo>
                  <a:pt x="27860" y="0"/>
                </a:lnTo>
                <a:lnTo>
                  <a:pt x="10112987" y="0"/>
                </a:lnTo>
                <a:lnTo>
                  <a:pt x="10105026" y="304800"/>
                </a:lnTo>
                <a:lnTo>
                  <a:pt x="0" y="312348"/>
                </a:lnTo>
                <a:close/>
              </a:path>
            </a:pathLst>
          </a:custGeom>
          <a:solidFill>
            <a:srgbClr val="9E00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ight Triangle 30">
            <a:extLst>
              <a:ext uri="{FF2B5EF4-FFF2-40B4-BE49-F238E27FC236}">
                <a16:creationId xmlns:a16="http://schemas.microsoft.com/office/drawing/2014/main" id="{278694F3-CE53-764B-8F89-BB613A18574E}"/>
              </a:ext>
            </a:extLst>
          </p:cNvPr>
          <p:cNvSpPr/>
          <p:nvPr userDrawn="1"/>
        </p:nvSpPr>
        <p:spPr>
          <a:xfrm flipV="1">
            <a:off x="-67733" y="-1"/>
            <a:ext cx="1174157" cy="6934199"/>
          </a:xfrm>
          <a:custGeom>
            <a:avLst/>
            <a:gdLst>
              <a:gd name="connsiteX0" fmla="*/ 0 w 1165690"/>
              <a:gd name="connsiteY0" fmla="*/ 7264400 h 7264400"/>
              <a:gd name="connsiteX1" fmla="*/ 0 w 1165690"/>
              <a:gd name="connsiteY1" fmla="*/ 0 h 7264400"/>
              <a:gd name="connsiteX2" fmla="*/ 1165690 w 1165690"/>
              <a:gd name="connsiteY2" fmla="*/ 7264400 h 7264400"/>
              <a:gd name="connsiteX3" fmla="*/ 0 w 1165690"/>
              <a:gd name="connsiteY3" fmla="*/ 7264400 h 7264400"/>
              <a:gd name="connsiteX0" fmla="*/ 0 w 1165690"/>
              <a:gd name="connsiteY0" fmla="*/ 6861969 h 6861969"/>
              <a:gd name="connsiteX1" fmla="*/ 59531 w 1165690"/>
              <a:gd name="connsiteY1" fmla="*/ 0 h 6861969"/>
              <a:gd name="connsiteX2" fmla="*/ 1165690 w 1165690"/>
              <a:gd name="connsiteY2" fmla="*/ 6861969 h 6861969"/>
              <a:gd name="connsiteX3" fmla="*/ 0 w 1165690"/>
              <a:gd name="connsiteY3" fmla="*/ 6861969 h 6861969"/>
              <a:gd name="connsiteX0" fmla="*/ 0 w 1165690"/>
              <a:gd name="connsiteY0" fmla="*/ 6788151 h 6788151"/>
              <a:gd name="connsiteX1" fmla="*/ 197643 w 1165690"/>
              <a:gd name="connsiteY1" fmla="*/ 0 h 6788151"/>
              <a:gd name="connsiteX2" fmla="*/ 1165690 w 1165690"/>
              <a:gd name="connsiteY2" fmla="*/ 6788151 h 6788151"/>
              <a:gd name="connsiteX3" fmla="*/ 0 w 1165690"/>
              <a:gd name="connsiteY3" fmla="*/ 6788151 h 6788151"/>
              <a:gd name="connsiteX0" fmla="*/ 0 w 1165690"/>
              <a:gd name="connsiteY0" fmla="*/ 6866732 h 6866732"/>
              <a:gd name="connsiteX1" fmla="*/ 66674 w 1165690"/>
              <a:gd name="connsiteY1" fmla="*/ 0 h 6866732"/>
              <a:gd name="connsiteX2" fmla="*/ 1165690 w 1165690"/>
              <a:gd name="connsiteY2" fmla="*/ 6866732 h 6866732"/>
              <a:gd name="connsiteX3" fmla="*/ 0 w 1165690"/>
              <a:gd name="connsiteY3" fmla="*/ 6866732 h 6866732"/>
              <a:gd name="connsiteX0" fmla="*/ 0 w 1165690"/>
              <a:gd name="connsiteY0" fmla="*/ 6866732 h 6866732"/>
              <a:gd name="connsiteX1" fmla="*/ 69849 w 1165690"/>
              <a:gd name="connsiteY1" fmla="*/ 0 h 6866732"/>
              <a:gd name="connsiteX2" fmla="*/ 1165690 w 1165690"/>
              <a:gd name="connsiteY2" fmla="*/ 6866732 h 6866732"/>
              <a:gd name="connsiteX3" fmla="*/ 0 w 1165690"/>
              <a:gd name="connsiteY3" fmla="*/ 6866732 h 6866732"/>
              <a:gd name="connsiteX0" fmla="*/ 0 w 1165690"/>
              <a:gd name="connsiteY0" fmla="*/ 6863557 h 6863557"/>
              <a:gd name="connsiteX1" fmla="*/ 76199 w 1165690"/>
              <a:gd name="connsiteY1" fmla="*/ 0 h 6863557"/>
              <a:gd name="connsiteX2" fmla="*/ 1165690 w 1165690"/>
              <a:gd name="connsiteY2" fmla="*/ 6863557 h 6863557"/>
              <a:gd name="connsiteX3" fmla="*/ 0 w 1165690"/>
              <a:gd name="connsiteY3" fmla="*/ 6863557 h 6863557"/>
              <a:gd name="connsiteX0" fmla="*/ 0 w 1165690"/>
              <a:gd name="connsiteY0" fmla="*/ 6869907 h 6869907"/>
              <a:gd name="connsiteX1" fmla="*/ 73024 w 1165690"/>
              <a:gd name="connsiteY1" fmla="*/ 0 h 6869907"/>
              <a:gd name="connsiteX2" fmla="*/ 1165690 w 1165690"/>
              <a:gd name="connsiteY2" fmla="*/ 6869907 h 6869907"/>
              <a:gd name="connsiteX3" fmla="*/ 0 w 1165690"/>
              <a:gd name="connsiteY3" fmla="*/ 6869907 h 6869907"/>
              <a:gd name="connsiteX0" fmla="*/ 0 w 1165690"/>
              <a:gd name="connsiteY0" fmla="*/ 6946107 h 6946107"/>
              <a:gd name="connsiteX1" fmla="*/ 53974 w 1165690"/>
              <a:gd name="connsiteY1" fmla="*/ 0 h 6946107"/>
              <a:gd name="connsiteX2" fmla="*/ 1165690 w 1165690"/>
              <a:gd name="connsiteY2" fmla="*/ 6946107 h 6946107"/>
              <a:gd name="connsiteX3" fmla="*/ 0 w 1165690"/>
              <a:gd name="connsiteY3" fmla="*/ 6946107 h 694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5690" h="6946107">
                <a:moveTo>
                  <a:pt x="0" y="6946107"/>
                </a:moveTo>
                <a:lnTo>
                  <a:pt x="53974" y="0"/>
                </a:lnTo>
                <a:lnTo>
                  <a:pt x="1165690" y="6946107"/>
                </a:lnTo>
                <a:lnTo>
                  <a:pt x="0" y="69461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http://upload.wikimedia.org/wikipedia/en/thumb/9/9a/ONGC_Logo.svg/2000px-ONGC_Logo.svg.png"/>
          <p:cNvPicPr>
            <a:picLocks noChangeAspect="1" noChangeArrowheads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500" y="155814"/>
            <a:ext cx="762000" cy="762000"/>
          </a:xfrm>
          <a:prstGeom prst="rect">
            <a:avLst/>
          </a:prstGeom>
          <a:noFill/>
        </p:spPr>
      </p:pic>
      <p:cxnSp>
        <p:nvCxnSpPr>
          <p:cNvPr id="45" name="Straight Connector 44"/>
          <p:cNvCxnSpPr>
            <a:cxnSpLocks/>
          </p:cNvCxnSpPr>
          <p:nvPr userDrawn="1"/>
        </p:nvCxnSpPr>
        <p:spPr>
          <a:xfrm>
            <a:off x="2378089" y="3429000"/>
            <a:ext cx="840190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12" cstate="email">
            <a:clrChange>
              <a:clrFrom>
                <a:srgbClr val="FDFEFF"/>
              </a:clrFrom>
              <a:clrTo>
                <a:srgbClr val="FD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1883" y="94736"/>
            <a:ext cx="1525059" cy="862835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5180012" y="0"/>
            <a:ext cx="1752600" cy="914400"/>
          </a:xfrm>
          <a:prstGeom prst="rect">
            <a:avLst/>
          </a:prstGeom>
          <a:solidFill>
            <a:srgbClr val="FFCE4E"/>
          </a:solidFill>
          <a:ln>
            <a:solidFill>
              <a:srgbClr val="FFCE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9" r:id="rId2"/>
    <p:sldLayoutId id="2147483690" r:id="rId3"/>
    <p:sldLayoutId id="2147483691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b="1" kern="1200">
          <a:solidFill>
            <a:schemeClr val="tx1"/>
          </a:solidFill>
          <a:latin typeface="Swis721 Cn BT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88094" y="786323"/>
            <a:ext cx="1201264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88094" y="786323"/>
            <a:ext cx="1201264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http://upload.wikimedia.org/wikipedia/en/thumb/9/9a/ONGC_Logo.svg/2000px-ONGC_Logo.svg.png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421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398" kern="1200" baseline="0">
          <a:solidFill>
            <a:schemeClr val="tx1"/>
          </a:solidFill>
          <a:latin typeface="Arial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5pPr>
      <a:lvl6pPr marL="456936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6pPr>
      <a:lvl7pPr marL="913875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7pPr>
      <a:lvl8pPr marL="1370812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8pPr>
      <a:lvl9pPr marL="1827748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9pPr>
    </p:titleStyle>
    <p:bodyStyle>
      <a:lvl1pPr marL="342704" indent="-3427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198" kern="1200">
          <a:solidFill>
            <a:schemeClr val="tx1"/>
          </a:solidFill>
          <a:latin typeface="Arial"/>
          <a:ea typeface="+mn-ea"/>
          <a:cs typeface="+mn-cs"/>
        </a:defRPr>
      </a:lvl1pPr>
      <a:lvl2pPr marL="742522" indent="-28558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798" kern="1200">
          <a:solidFill>
            <a:schemeClr val="tx1"/>
          </a:solidFill>
          <a:latin typeface="Arial"/>
          <a:ea typeface="+mn-ea"/>
          <a:cs typeface="+mn-cs"/>
        </a:defRPr>
      </a:lvl2pPr>
      <a:lvl3pPr marL="1142344" indent="-228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398" kern="1200">
          <a:solidFill>
            <a:schemeClr val="tx1"/>
          </a:solidFill>
          <a:latin typeface="Arial"/>
          <a:ea typeface="+mn-ea"/>
          <a:cs typeface="+mn-cs"/>
        </a:defRPr>
      </a:lvl3pPr>
      <a:lvl4pPr marL="1599280" indent="-228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98" kern="1200">
          <a:solidFill>
            <a:schemeClr val="tx1"/>
          </a:solidFill>
          <a:latin typeface="Arial"/>
          <a:ea typeface="+mn-ea"/>
          <a:cs typeface="+mn-cs"/>
        </a:defRPr>
      </a:lvl4pPr>
      <a:lvl5pPr marL="2056216" indent="-228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998" kern="1200">
          <a:solidFill>
            <a:schemeClr val="tx1"/>
          </a:solidFill>
          <a:latin typeface="Arial"/>
          <a:ea typeface="+mn-ea"/>
          <a:cs typeface="+mn-cs"/>
        </a:defRPr>
      </a:lvl5pPr>
      <a:lvl6pPr marL="2513156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70092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7028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967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936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875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812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748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687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624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560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497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28">
          <p15:clr>
            <a:srgbClr val="F26B43"/>
          </p15:clr>
        </p15:guide>
        <p15:guide id="2" orient="horz" pos="192">
          <p15:clr>
            <a:srgbClr val="F26B43"/>
          </p15:clr>
        </p15:guide>
        <p15:guide id="3" pos="166">
          <p15:clr>
            <a:srgbClr val="F26B43"/>
          </p15:clr>
        </p15:guide>
        <p15:guide id="4" pos="7469">
          <p15:clr>
            <a:srgbClr val="F26B43"/>
          </p15:clr>
        </p15:guide>
        <p15:guide id="5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861422" y="181648"/>
            <a:ext cx="9906351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37046" y="940671"/>
            <a:ext cx="10930503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BEF69-7957-4076-A98A-49953884DF8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0" y="90713"/>
            <a:ext cx="643556" cy="64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2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6" r:id="rId8"/>
    <p:sldLayoutId id="2147483707" r:id="rId9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2399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Trebuchet MS" panose="020B0603020202020204" pitchFamily="34" charset="0"/>
        </a:defRPr>
      </a:lvl1pPr>
    </p:titleStyle>
    <p:bodyStyle>
      <a:lvl1pPr marL="0" indent="0" algn="l" defTabSz="914126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99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Trebuchet MS" panose="020B0603020202020204" pitchFamily="34" charset="0"/>
        </a:defRPr>
      </a:lvl1pPr>
      <a:lvl2pPr marL="284315" indent="-172748" algn="l" defTabSz="914126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SzPct val="115000"/>
        <a:buFont typeface="Wingdings" panose="05000000000000000000" pitchFamily="2" charset="2"/>
        <a:buChar char="§"/>
        <a:defRPr lang="en-US" sz="179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Trebuchet MS" panose="020B0603020202020204" pitchFamily="34" charset="0"/>
        </a:defRPr>
      </a:lvl2pPr>
      <a:lvl3pPr marL="511047" indent="-165550" algn="l" defTabSz="914126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–"/>
        <a:defRPr lang="en-US" sz="179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Trebuchet MS" panose="020B0603020202020204" pitchFamily="34" charset="0"/>
        </a:defRPr>
      </a:lvl3pPr>
      <a:lvl4pPr marL="0" indent="0" algn="l" defTabSz="914126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​"/>
        <a:defRPr lang="en-US" sz="1600" kern="1200">
          <a:solidFill>
            <a:schemeClr val="tx2"/>
          </a:solidFill>
          <a:latin typeface="Trebuchet MS" panose="020B0603020202020204" pitchFamily="34" charset="0"/>
          <a:ea typeface="+mn-ea"/>
          <a:cs typeface="Arial" panose="020B0604020202020204" pitchFamily="34" charset="0"/>
          <a:sym typeface="Trebuchet MS" panose="020B0603020202020204" pitchFamily="34" charset="0"/>
        </a:defRPr>
      </a:lvl4pPr>
      <a:lvl5pPr marL="0" indent="0" algn="l" defTabSz="914126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Char char="​"/>
        <a:defRPr lang="en-US" sz="1600" b="1" kern="1200" smtClean="0">
          <a:solidFill>
            <a:schemeClr val="tx1"/>
          </a:solidFill>
          <a:latin typeface="Trebuchet MS" panose="020B0603020202020204" pitchFamily="34" charset="0"/>
          <a:ea typeface="+mn-ea"/>
          <a:cs typeface="Arial" panose="020B0604020202020204" pitchFamily="34" charset="0"/>
          <a:sym typeface="Trebuchet MS" panose="020B0603020202020204" pitchFamily="34" charset="0"/>
        </a:defRPr>
      </a:lvl5pPr>
      <a:lvl6pPr marL="269794" indent="-152354" algn="l" defTabSz="914126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Trebuchet MS" panose="020B0603020202020204" pitchFamily="34" charset="0"/>
          <a:ea typeface="+mn-ea"/>
          <a:cs typeface="Arial" panose="020B0604020202020204" pitchFamily="34" charset="0"/>
          <a:sym typeface="Trebuchet MS" panose="020B0603020202020204" pitchFamily="34" charset="0"/>
        </a:defRPr>
      </a:lvl6pPr>
      <a:lvl7pPr marL="0" indent="0" algn="l" defTabSz="914126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Char char="​"/>
        <a:defRPr lang="en-US" sz="4399" kern="1200" baseline="0" smtClean="0">
          <a:solidFill>
            <a:schemeClr val="tx1"/>
          </a:solidFill>
          <a:latin typeface="Trebuchet MS" panose="020B0603020202020204" pitchFamily="34" charset="0"/>
          <a:ea typeface="+mn-ea"/>
          <a:cs typeface="Arial" panose="020B0604020202020204" pitchFamily="34" charset="0"/>
          <a:sym typeface="Trebuchet MS" panose="020B0603020202020204" pitchFamily="34" charset="0"/>
        </a:defRPr>
      </a:lvl7pPr>
      <a:lvl8pPr marL="0" indent="0" algn="l" defTabSz="914126" rtl="0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​"/>
        <a:defRPr lang="en-US" sz="5398" kern="1200" baseline="0" smtClean="0">
          <a:solidFill>
            <a:schemeClr val="tx2"/>
          </a:solidFill>
          <a:latin typeface="Trebuchet MS" panose="020B0603020202020204" pitchFamily="34" charset="0"/>
          <a:ea typeface="+mn-ea"/>
          <a:cs typeface="Arial" panose="020B0604020202020204" pitchFamily="34" charset="0"/>
          <a:sym typeface="Trebuchet MS" panose="020B0603020202020204" pitchFamily="34" charset="0"/>
        </a:defRPr>
      </a:lvl8pPr>
      <a:lvl9pPr marL="0" indent="0" algn="l" defTabSz="914126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399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Arial" panose="020B0604020202020204" pitchFamily="34" charset="0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461">
          <p15:clr>
            <a:srgbClr val="F26B43"/>
          </p15:clr>
        </p15:guide>
        <p15:guide id="3" pos="7628">
          <p15:clr>
            <a:srgbClr val="F26B43"/>
          </p15:clr>
        </p15:guide>
        <p15:guide id="4" orient="horz" pos="3881">
          <p15:clr>
            <a:srgbClr val="F26B43"/>
          </p15:clr>
        </p15:guide>
        <p15:guide id="5" orient="horz" pos="51">
          <p15:clr>
            <a:srgbClr val="F26B43"/>
          </p15:clr>
        </p15:guide>
        <p15:guide id="6" orient="horz" pos="459">
          <p15:clr>
            <a:srgbClr val="F26B43"/>
          </p15:clr>
        </p15:guide>
        <p15:guide id="7" pos="52">
          <p15:clr>
            <a:srgbClr val="F26B43"/>
          </p15:clr>
        </p15:guide>
        <p15:guide id="8" pos="701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88094" y="786323"/>
            <a:ext cx="1201264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88094" y="786323"/>
            <a:ext cx="1201264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http://upload.wikimedia.org/wikipedia/en/thumb/9/9a/ONGC_Logo.svg/2000px-ONGC_Logo.svg.png"/>
          <p:cNvPicPr>
            <a:picLocks noChangeAspect="1" noChangeArrowheads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769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398" kern="1200" baseline="0">
          <a:solidFill>
            <a:schemeClr val="tx1"/>
          </a:solidFill>
          <a:latin typeface="Arial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5pPr>
      <a:lvl6pPr marL="456936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6pPr>
      <a:lvl7pPr marL="913875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7pPr>
      <a:lvl8pPr marL="1370812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8pPr>
      <a:lvl9pPr marL="1827748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9pPr>
    </p:titleStyle>
    <p:bodyStyle>
      <a:lvl1pPr marL="342704" indent="-3427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198" kern="1200">
          <a:solidFill>
            <a:schemeClr val="tx1"/>
          </a:solidFill>
          <a:latin typeface="Arial"/>
          <a:ea typeface="+mn-ea"/>
          <a:cs typeface="+mn-cs"/>
        </a:defRPr>
      </a:lvl1pPr>
      <a:lvl2pPr marL="742522" indent="-28558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798" kern="1200">
          <a:solidFill>
            <a:schemeClr val="tx1"/>
          </a:solidFill>
          <a:latin typeface="Arial"/>
          <a:ea typeface="+mn-ea"/>
          <a:cs typeface="+mn-cs"/>
        </a:defRPr>
      </a:lvl2pPr>
      <a:lvl3pPr marL="1142344" indent="-228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398" kern="1200">
          <a:solidFill>
            <a:schemeClr val="tx1"/>
          </a:solidFill>
          <a:latin typeface="Arial"/>
          <a:ea typeface="+mn-ea"/>
          <a:cs typeface="+mn-cs"/>
        </a:defRPr>
      </a:lvl3pPr>
      <a:lvl4pPr marL="1599280" indent="-228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98" kern="1200">
          <a:solidFill>
            <a:schemeClr val="tx1"/>
          </a:solidFill>
          <a:latin typeface="Arial"/>
          <a:ea typeface="+mn-ea"/>
          <a:cs typeface="+mn-cs"/>
        </a:defRPr>
      </a:lvl4pPr>
      <a:lvl5pPr marL="2056216" indent="-228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998" kern="1200">
          <a:solidFill>
            <a:schemeClr val="tx1"/>
          </a:solidFill>
          <a:latin typeface="Arial"/>
          <a:ea typeface="+mn-ea"/>
          <a:cs typeface="+mn-cs"/>
        </a:defRPr>
      </a:lvl5pPr>
      <a:lvl6pPr marL="2513156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70092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7028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967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936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875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812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748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687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624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560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497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28">
          <p15:clr>
            <a:srgbClr val="F26B43"/>
          </p15:clr>
        </p15:guide>
        <p15:guide id="2" orient="horz" pos="192">
          <p15:clr>
            <a:srgbClr val="F26B43"/>
          </p15:clr>
        </p15:guide>
        <p15:guide id="3" pos="166">
          <p15:clr>
            <a:srgbClr val="F26B43"/>
          </p15:clr>
        </p15:guide>
        <p15:guide id="4" pos="7469">
          <p15:clr>
            <a:srgbClr val="F26B43"/>
          </p15:clr>
        </p15:guide>
        <p15:guide id="5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88094" y="786323"/>
            <a:ext cx="1201264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88094" y="786323"/>
            <a:ext cx="1201264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http://upload.wikimedia.org/wikipedia/en/thumb/9/9a/ONGC_Logo.svg/2000px-ONGC_Logo.svg.pn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2" y="71528"/>
            <a:ext cx="701663" cy="6580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3298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6" r:id="rId6"/>
    <p:sldLayoutId id="2147483727" r:id="rId7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398" kern="1200" baseline="0">
          <a:solidFill>
            <a:schemeClr val="tx1"/>
          </a:solidFill>
          <a:latin typeface="Arial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5pPr>
      <a:lvl6pPr marL="456936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6pPr>
      <a:lvl7pPr marL="913875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7pPr>
      <a:lvl8pPr marL="1370812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8pPr>
      <a:lvl9pPr marL="1827748" algn="ctr" rtl="0" eaLnBrk="1" fontAlgn="base" hangingPunct="1">
        <a:spcBef>
          <a:spcPct val="0"/>
        </a:spcBef>
        <a:spcAft>
          <a:spcPct val="0"/>
        </a:spcAft>
        <a:defRPr sz="4398">
          <a:solidFill>
            <a:schemeClr val="tx1"/>
          </a:solidFill>
          <a:latin typeface="Calibri" pitchFamily="34" charset="0"/>
        </a:defRPr>
      </a:lvl9pPr>
    </p:titleStyle>
    <p:bodyStyle>
      <a:lvl1pPr marL="342704" indent="-3427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198" kern="1200">
          <a:solidFill>
            <a:schemeClr val="tx1"/>
          </a:solidFill>
          <a:latin typeface="Arial"/>
          <a:ea typeface="+mn-ea"/>
          <a:cs typeface="+mn-cs"/>
        </a:defRPr>
      </a:lvl1pPr>
      <a:lvl2pPr marL="742522" indent="-28558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798" kern="1200">
          <a:solidFill>
            <a:schemeClr val="tx1"/>
          </a:solidFill>
          <a:latin typeface="Arial"/>
          <a:ea typeface="+mn-ea"/>
          <a:cs typeface="+mn-cs"/>
        </a:defRPr>
      </a:lvl2pPr>
      <a:lvl3pPr marL="1142344" indent="-228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398" kern="1200">
          <a:solidFill>
            <a:schemeClr val="tx1"/>
          </a:solidFill>
          <a:latin typeface="Arial"/>
          <a:ea typeface="+mn-ea"/>
          <a:cs typeface="+mn-cs"/>
        </a:defRPr>
      </a:lvl3pPr>
      <a:lvl4pPr marL="1599280" indent="-228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98" kern="1200">
          <a:solidFill>
            <a:schemeClr val="tx1"/>
          </a:solidFill>
          <a:latin typeface="Arial"/>
          <a:ea typeface="+mn-ea"/>
          <a:cs typeface="+mn-cs"/>
        </a:defRPr>
      </a:lvl4pPr>
      <a:lvl5pPr marL="2056216" indent="-228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998" kern="1200">
          <a:solidFill>
            <a:schemeClr val="tx1"/>
          </a:solidFill>
          <a:latin typeface="Arial"/>
          <a:ea typeface="+mn-ea"/>
          <a:cs typeface="+mn-cs"/>
        </a:defRPr>
      </a:lvl5pPr>
      <a:lvl6pPr marL="2513156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70092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7028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967" indent="-228468" algn="l" defTabSz="913875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936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875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812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748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687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624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560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497" algn="l" defTabSz="913875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28">
          <p15:clr>
            <a:srgbClr val="F26B43"/>
          </p15:clr>
        </p15:guide>
        <p15:guide id="2" orient="horz" pos="192">
          <p15:clr>
            <a:srgbClr val="F26B43"/>
          </p15:clr>
        </p15:guide>
        <p15:guide id="3" pos="166">
          <p15:clr>
            <a:srgbClr val="F26B43"/>
          </p15:clr>
        </p15:guide>
        <p15:guide id="4" pos="7469">
          <p15:clr>
            <a:srgbClr val="F26B43"/>
          </p15:clr>
        </p15:guide>
        <p15:guide id="5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3"/>
          <p:cNvSpPr txBox="1">
            <a:spLocks/>
          </p:cNvSpPr>
          <p:nvPr/>
        </p:nvSpPr>
        <p:spPr>
          <a:xfrm>
            <a:off x="4722812" y="4112880"/>
            <a:ext cx="4267200" cy="4476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Swis721 Cn BT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436702" y="4800600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</a:rPr>
              <a:t>17 June 2026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13412" y="4800600"/>
            <a:ext cx="18293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+mj-lt"/>
              </a:rPr>
              <a:t>MAHAVIR SINGH</a:t>
            </a: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ABA8FA59-2BCA-A2A1-DDFE-1464B42AA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1951" y="3554200"/>
            <a:ext cx="5028922" cy="447678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Geophysical Services, WON Basin, Vadodara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98170B-36F1-A5AE-54D8-B31280CAC464}"/>
              </a:ext>
            </a:extLst>
          </p:cNvPr>
          <p:cNvSpPr txBox="1">
            <a:spLocks/>
          </p:cNvSpPr>
          <p:nvPr/>
        </p:nvSpPr>
        <p:spPr>
          <a:xfrm>
            <a:off x="2436812" y="1779801"/>
            <a:ext cx="8228768" cy="15240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b="1" kern="1200">
                <a:solidFill>
                  <a:schemeClr val="tx1"/>
                </a:solidFill>
                <a:latin typeface="Swis721 Cn B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An Advance Data Repository </a:t>
            </a:r>
          </a:p>
          <a:p>
            <a:pPr algn="ctr"/>
            <a:r>
              <a:rPr lang="en-US" sz="3200" i="1" dirty="0">
                <a:solidFill>
                  <a:schemeClr val="accent5">
                    <a:lumMod val="75000"/>
                  </a:schemeClr>
                </a:solidFill>
              </a:rPr>
              <a:t> for </a:t>
            </a:r>
          </a:p>
          <a:p>
            <a:pPr algn="ctr"/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Structured </a:t>
            </a:r>
            <a:r>
              <a:rPr lang="en-US" sz="3200" dirty="0" err="1">
                <a:solidFill>
                  <a:schemeClr val="accent5">
                    <a:lumMod val="75000"/>
                  </a:schemeClr>
                </a:solidFill>
              </a:rPr>
              <a:t>DataBae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for Data Driven Decisions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633E3D-EB64-A6C8-52F8-35790B6CBC64}"/>
              </a:ext>
            </a:extLst>
          </p:cNvPr>
          <p:cNvSpPr/>
          <p:nvPr/>
        </p:nvSpPr>
        <p:spPr>
          <a:xfrm>
            <a:off x="497012" y="4736068"/>
            <a:ext cx="3048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+mj-lt"/>
              </a:rPr>
              <a:t>Singh_mahavir@ongc.co.in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8A5C29-9A5A-BD4E-F048-6B8612932CA7}"/>
              </a:ext>
            </a:extLst>
          </p:cNvPr>
          <p:cNvSpPr txBox="1"/>
          <p:nvPr/>
        </p:nvSpPr>
        <p:spPr>
          <a:xfrm>
            <a:off x="4189412" y="525839"/>
            <a:ext cx="4800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 err="1">
                <a:solidFill>
                  <a:schemeClr val="tx2"/>
                </a:solidFill>
              </a:rPr>
              <a:t>DataVision</a:t>
            </a:r>
            <a:endParaRPr lang="en-US" sz="7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040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7174-C8DA-CDCB-2C20-D837894C0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A4B493-3132-DDC4-C8A0-22D8D6BF14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7412" y="3081866"/>
            <a:ext cx="5029200" cy="694267"/>
          </a:xfrm>
        </p:spPr>
        <p:txBody>
          <a:bodyPr/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 - Stage of Development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1477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49CCC-D598-BA2F-D3BE-29CA6A77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7827F7-1568-46D9-3349-DBFD829DC754}"/>
              </a:ext>
            </a:extLst>
          </p:cNvPr>
          <p:cNvSpPr txBox="1"/>
          <p:nvPr/>
        </p:nvSpPr>
        <p:spPr>
          <a:xfrm>
            <a:off x="150812" y="838200"/>
            <a:ext cx="2819400" cy="586936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KPI / Targets / AWP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Projects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Progress Report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Manpower Status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Contract / Tendering Status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Fund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Operations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Data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Regional Electronics Lab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Reporting / Appraisals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Pending vs Resolved Issues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Highlights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Technical Reports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Approvals/Permissions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Share Point (Temporary File)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User Settings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Log Out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616B8E-5313-B680-1516-850B97ECFA7C}"/>
              </a:ext>
            </a:extLst>
          </p:cNvPr>
          <p:cNvSpPr txBox="1">
            <a:spLocks/>
          </p:cNvSpPr>
          <p:nvPr/>
        </p:nvSpPr>
        <p:spPr>
          <a:xfrm>
            <a:off x="836612" y="76200"/>
            <a:ext cx="9372600" cy="64683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b="1" kern="1200">
                <a:solidFill>
                  <a:schemeClr val="tx1"/>
                </a:solidFill>
                <a:latin typeface="Swis721 Cn B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</a:rPr>
              <a:t>Dashboard Structure with Side Menu</a:t>
            </a:r>
          </a:p>
          <a:p>
            <a:pPr algn="ctr"/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CE8C4-F7E4-810A-9124-A669C16223D1}"/>
              </a:ext>
            </a:extLst>
          </p:cNvPr>
          <p:cNvSpPr txBox="1"/>
          <p:nvPr/>
        </p:nvSpPr>
        <p:spPr>
          <a:xfrm>
            <a:off x="4113211" y="762000"/>
            <a:ext cx="7924801" cy="586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KPI / Target / AWP :</a:t>
            </a:r>
            <a:r>
              <a:rPr lang="en-US" sz="1400" dirty="0"/>
              <a:t> My Annual target to be uploaded (filled by individuals)</a:t>
            </a:r>
            <a:endParaRPr lang="en-US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Projects </a:t>
            </a:r>
            <a:r>
              <a:rPr lang="en-US" sz="1400" dirty="0"/>
              <a:t>(Inhouse/Outsourced)…Proj1, Proj2…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Progress Report: </a:t>
            </a:r>
            <a:r>
              <a:rPr lang="en-US" sz="1400" dirty="0"/>
              <a:t>(Project wise / Block Wise Coverage Details)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Manpower Status:</a:t>
            </a:r>
            <a:r>
              <a:rPr lang="en-US" sz="1400" dirty="0"/>
              <a:t> (Operations/RCC/REL)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Contract / Tendering Status </a:t>
            </a:r>
            <a:r>
              <a:rPr lang="en-US" sz="1400" dirty="0"/>
              <a:t>: Summarize Status of Contracts.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Fund Management</a:t>
            </a:r>
            <a:r>
              <a:rPr lang="en-US" sz="1400" dirty="0"/>
              <a:t> : Status of Fund (Accounting Statement)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Operations:</a:t>
            </a:r>
            <a:r>
              <a:rPr lang="en-US" sz="1400" dirty="0"/>
              <a:t> (Base Office, Contracts, HSE, GP03, GP06,….Adding option)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Data Processing: </a:t>
            </a:r>
            <a:r>
              <a:rPr lang="en-US" sz="1400" dirty="0"/>
              <a:t>(PG-I, PG-II….Adding option)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Regional Electronics Lab: </a:t>
            </a:r>
            <a:r>
              <a:rPr lang="en-US" sz="1400" dirty="0"/>
              <a:t>(Gr-I, G-II….Adding option)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Reporting / Appraisals: </a:t>
            </a:r>
            <a:r>
              <a:rPr lang="en-US" sz="1400" dirty="0"/>
              <a:t>(Fortnight / Monthly/Quarterly/ Half-Yearly/DO Report / Consolidated Financial Report)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Pending vs Resolved Issues</a:t>
            </a:r>
            <a:r>
              <a:rPr lang="en-US" sz="1400" dirty="0"/>
              <a:t>: Display all the pending Issues with EDC (Expected Date of Compliance).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Highlights: </a:t>
            </a:r>
            <a:r>
              <a:rPr lang="en-US" sz="1400" dirty="0"/>
              <a:t>At least one or two highlights from Center or Group.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Technical Reports: </a:t>
            </a:r>
            <a:r>
              <a:rPr lang="en-US" sz="1400" dirty="0"/>
              <a:t>(Reconnaissance Reports / Project Reports / Operations Reports / Field Observer Logs)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Share Point (Temporary File)</a:t>
            </a:r>
            <a:r>
              <a:rPr lang="en-US" sz="1400" b="1" dirty="0"/>
              <a:t>: </a:t>
            </a:r>
            <a:r>
              <a:rPr lang="en-US" sz="1400" dirty="0"/>
              <a:t>Role Based Sharing / Public Sharing </a:t>
            </a:r>
            <a:r>
              <a:rPr lang="en-US" sz="1400" dirty="0">
                <a:solidFill>
                  <a:srgbClr val="FBBD00"/>
                </a:solidFill>
              </a:rPr>
              <a:t>…it should be only in temporary mode that will last for xx hour only (</a:t>
            </a:r>
            <a:r>
              <a:rPr lang="en-US" sz="1400" dirty="0">
                <a:solidFill>
                  <a:srgbClr val="4DAD2C"/>
                </a:solidFill>
              </a:rPr>
              <a:t>It can be downloaded for future use</a:t>
            </a:r>
            <a:r>
              <a:rPr lang="en-US" sz="1400" dirty="0">
                <a:solidFill>
                  <a:srgbClr val="FBBD00"/>
                </a:solidFill>
              </a:rPr>
              <a:t>).</a:t>
            </a:r>
            <a:endParaRPr lang="en-US" sz="1400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161E8E5A-EC3E-0D1D-CA68-4E1695DC22C0}"/>
              </a:ext>
            </a:extLst>
          </p:cNvPr>
          <p:cNvSpPr/>
          <p:nvPr/>
        </p:nvSpPr>
        <p:spPr>
          <a:xfrm>
            <a:off x="3046412" y="2590800"/>
            <a:ext cx="990600" cy="152400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87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CC894-2EBB-8B66-B30B-183BAA0B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A81754-914B-1FB8-C1D0-E8858E170A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0337" y="67733"/>
            <a:ext cx="10558076" cy="694267"/>
          </a:xfrm>
        </p:spPr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Creation Form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11DAF-22B6-121D-6FDC-035DA0014BFF}"/>
              </a:ext>
            </a:extLst>
          </p:cNvPr>
          <p:cNvSpPr txBox="1"/>
          <p:nvPr/>
        </p:nvSpPr>
        <p:spPr>
          <a:xfrm>
            <a:off x="608012" y="762000"/>
            <a:ext cx="5486400" cy="586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Project Name:</a:t>
            </a:r>
            <a:endParaRPr lang="en-US" sz="1400" b="1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Number (e.g. SIG No. / Survey No.):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Survey Type: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Contractor Name: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Area Name: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Section / </a:t>
            </a:r>
            <a:r>
              <a:rPr lang="en-US" sz="1400" dirty="0" err="1"/>
              <a:t>GPxx</a:t>
            </a:r>
            <a:r>
              <a:rPr lang="en-US" sz="1400" dirty="0"/>
              <a:t> / Outsourced: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Party Chief / Project Coordinator: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Year / Field Season: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Start Date / End Date / Project Period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Chronology of Events (option to a</a:t>
            </a:r>
            <a:r>
              <a:rPr lang="en-US" sz="1400" i="1" dirty="0"/>
              <a:t>dd events with date</a:t>
            </a:r>
            <a:r>
              <a:rPr lang="en-US" sz="1400" dirty="0"/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Target vs Achievement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Survey Objective / Targeted Depth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XY Coordinates of the Area / KML File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Survey Grid Parameters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Acquisition Geometry (add table option)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Instrument Parameters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Sensor Type / Equipment Used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400" dirty="0"/>
              <a:t>Source Parameters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42349-41D9-2A43-7437-DED2B656827C}"/>
              </a:ext>
            </a:extLst>
          </p:cNvPr>
          <p:cNvSpPr txBox="1"/>
          <p:nvPr/>
        </p:nvSpPr>
        <p:spPr>
          <a:xfrm>
            <a:off x="6475412" y="990600"/>
            <a:ext cx="5486400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arenR" startAt="19"/>
            </a:pPr>
            <a:r>
              <a:rPr lang="en-US" sz="1400" dirty="0"/>
              <a:t>Total Cost of the Project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 startAt="19"/>
            </a:pPr>
            <a:r>
              <a:rPr lang="en-US" sz="1400" dirty="0"/>
              <a:t>Per Unit Project Cost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 startAt="19"/>
            </a:pPr>
            <a:r>
              <a:rPr lang="en-US" sz="1400" dirty="0"/>
              <a:t>Project Highlights: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 startAt="19"/>
            </a:pPr>
            <a:r>
              <a:rPr lang="en-US" sz="1400" dirty="0"/>
              <a:t>Project Map (if any)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 startAt="19"/>
            </a:pPr>
            <a:r>
              <a:rPr lang="en-US" sz="1400" dirty="0"/>
              <a:t>Upload (Related Documents) ….(File Upload Form)</a:t>
            </a:r>
          </a:p>
        </p:txBody>
      </p:sp>
    </p:spTree>
    <p:extLst>
      <p:ext uri="{BB962C8B-B14F-4D97-AF65-F5344CB8AC3E}">
        <p14:creationId xmlns:p14="http://schemas.microsoft.com/office/powerpoint/2010/main" val="2124186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08A6-7903-7955-52EC-92A9AC7FC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838309-8197-9A55-234A-473C17D02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0337" y="67733"/>
            <a:ext cx="10558076" cy="694267"/>
          </a:xfrm>
        </p:spPr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&amp; RE Targets &amp; Achievement 2025-26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55B81-8990-4334-2ED7-20D41C40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241357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33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8C578-48EE-B2F3-A935-BAC03519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FB12D3-73BC-23B6-2F39-A8AD631AD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0336" y="0"/>
            <a:ext cx="10816031" cy="694267"/>
          </a:xfrm>
        </p:spPr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 Statistics &amp; Timeline of North Gandhar-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Jambusar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2025-26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CD1EF805-DF75-AE9A-1EAA-91258496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9" y="838200"/>
            <a:ext cx="12190413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8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4A5C7-5602-7B64-DC8B-C6D47ECF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AFE505-B1CE-5D16-5714-F361A51462C4}"/>
              </a:ext>
            </a:extLst>
          </p:cNvPr>
          <p:cNvSpPr txBox="1"/>
          <p:nvPr/>
        </p:nvSpPr>
        <p:spPr>
          <a:xfrm>
            <a:off x="684212" y="990600"/>
            <a:ext cx="9677400" cy="398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Geophysical Data Share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/>
              <a:t>Technical Presentations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/>
              <a:t>Technical Reports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/>
              <a:t>Published Technical Papers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/>
              <a:t>SOPs / Guidelines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/>
              <a:t>Data Acquisition Flow for Seismic, LFPS and VSP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/>
              <a:t>Data Processing Work-Flow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/>
              <a:t>Data QC Work-Flow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/>
              <a:t>Quality Control Measures / LAMSDA (Quality Manual)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/>
              <a:t>Important Formats (in Excel / PPT / Word File) – that can save our time.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/>
              <a:t>Add relevant FAQ and Answer about Geophysical Data and Exploration Activity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28B73F-74AD-86AF-11F8-2B8D5F6E424B}"/>
              </a:ext>
            </a:extLst>
          </p:cNvPr>
          <p:cNvSpPr txBox="1">
            <a:spLocks/>
          </p:cNvSpPr>
          <p:nvPr/>
        </p:nvSpPr>
        <p:spPr>
          <a:xfrm>
            <a:off x="836612" y="76200"/>
            <a:ext cx="9372600" cy="64683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b="1" kern="1200">
                <a:solidFill>
                  <a:schemeClr val="tx1"/>
                </a:solidFill>
                <a:latin typeface="Swis721 Cn B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</a:rPr>
              <a:t>Geophysical Data Share Point (Knowledge Base)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3A2E3-AC6D-9CDE-59AB-F9763F6EE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212" y="990600"/>
            <a:ext cx="2137129" cy="2067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8BE7EF-020E-877B-695D-B25021751841}"/>
              </a:ext>
            </a:extLst>
          </p:cNvPr>
          <p:cNvSpPr txBox="1"/>
          <p:nvPr/>
        </p:nvSpPr>
        <p:spPr>
          <a:xfrm>
            <a:off x="836612" y="5682734"/>
            <a:ext cx="10744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Note: </a:t>
            </a:r>
            <a:r>
              <a:rPr lang="en-US" sz="1400" dirty="0"/>
              <a:t>All user will be allowed to add their technical knowledge experience and expertise to the portal; few categories are listed above.</a:t>
            </a:r>
          </a:p>
        </p:txBody>
      </p:sp>
    </p:spTree>
    <p:extLst>
      <p:ext uri="{BB962C8B-B14F-4D97-AF65-F5344CB8AC3E}">
        <p14:creationId xmlns:p14="http://schemas.microsoft.com/office/powerpoint/2010/main" val="1194407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09F7D-12E4-1E87-8D20-F812D2E79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FC7243-9542-8070-81AE-CB3708329E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0337" y="67733"/>
            <a:ext cx="10558076" cy="694267"/>
          </a:xfrm>
        </p:spPr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of Uploaded Data (Data Sorting)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4E9EA-B60A-3A3B-42DC-4E53BC0FA949}"/>
              </a:ext>
            </a:extLst>
          </p:cNvPr>
          <p:cNvSpPr txBox="1"/>
          <p:nvPr/>
        </p:nvSpPr>
        <p:spPr>
          <a:xfrm>
            <a:off x="455612" y="914400"/>
            <a:ext cx="10558076" cy="39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right file name is very important for data shorting and search from the large pull or archival 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Name Format: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ProjectStartYear_GPxx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SectionName_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ProjectNumber_DataType_AreaField_ContractorName_SequenceNo.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Section/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GPxx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wise Data Classification: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data uploaded on management dashboard must classify based on “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GPxx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/Section”.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must be displayed under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GPxx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/Section on the dashboard, no matter who is uploading the file (keeping data hierarchy in mind).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03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B2CFA-3227-1C96-453F-87D24D3B9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D4E075-A97F-AA71-8E8E-8879339BC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12" y="2438400"/>
            <a:ext cx="2510085" cy="2510085"/>
          </a:xfrm>
          <a:prstGeom prst="ellipse">
            <a:avLst/>
          </a:prstGeom>
          <a:ln w="63500" cap="rnd">
            <a:solidFill>
              <a:srgbClr val="9E000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4F49394-164F-15EC-EC23-E8C2EFBDFD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8" r="6818"/>
          <a:stretch/>
        </p:blipFill>
        <p:spPr bwMode="auto">
          <a:xfrm>
            <a:off x="857003" y="941389"/>
            <a:ext cx="2464047" cy="4975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620690C-A027-CEE4-FAA6-010228EBE693}"/>
              </a:ext>
            </a:extLst>
          </p:cNvPr>
          <p:cNvGrpSpPr/>
          <p:nvPr/>
        </p:nvGrpSpPr>
        <p:grpSpPr>
          <a:xfrm>
            <a:off x="6780212" y="1082219"/>
            <a:ext cx="4648200" cy="4708981"/>
            <a:chOff x="6780212" y="1655276"/>
            <a:chExt cx="4648200" cy="47089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D133229-0575-FF9A-6381-D2DB11494D79}"/>
                </a:ext>
              </a:extLst>
            </p:cNvPr>
            <p:cNvSpPr txBox="1"/>
            <p:nvPr/>
          </p:nvSpPr>
          <p:spPr>
            <a:xfrm>
              <a:off x="6780212" y="1655276"/>
              <a:ext cx="4648200" cy="47089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2800" b="1" dirty="0"/>
                <a:t>MAHAVIR SINGH</a:t>
              </a:r>
              <a:endParaRPr lang="sa-IN" sz="2800" dirty="0"/>
            </a:p>
            <a:p>
              <a:endParaRPr lang="en-IN" sz="1600" dirty="0"/>
            </a:p>
            <a:p>
              <a:endParaRPr lang="en-IN" sz="1600" dirty="0"/>
            </a:p>
            <a:p>
              <a:endParaRPr lang="en-IN" sz="1600" dirty="0"/>
            </a:p>
            <a:p>
              <a:endParaRPr lang="en-IN" sz="1600" dirty="0"/>
            </a:p>
            <a:p>
              <a:endParaRPr lang="en-IN" sz="1600" dirty="0"/>
            </a:p>
            <a:p>
              <a:endParaRPr lang="en-US" sz="1600" dirty="0"/>
            </a:p>
            <a:p>
              <a:endParaRPr lang="en-US" sz="1600" dirty="0"/>
            </a:p>
            <a:p>
              <a:pPr algn="ctr"/>
              <a:r>
                <a:rPr lang="en-US" sz="2400" b="1" dirty="0"/>
                <a:t>Scan QR</a:t>
              </a:r>
              <a:endParaRPr lang="sa-IN" sz="2400" dirty="0"/>
            </a:p>
            <a:p>
              <a:endParaRPr lang="en-IN" sz="2000" b="1" dirty="0"/>
            </a:p>
            <a:p>
              <a:r>
                <a:rPr lang="en-IN" sz="2000" b="1" dirty="0"/>
                <a:t>Geophysical Services | WON Basin</a:t>
              </a:r>
              <a:endParaRPr lang="en-IN" sz="2000" dirty="0"/>
            </a:p>
            <a:p>
              <a:r>
                <a:rPr lang="en-IN" sz="1600" dirty="0"/>
                <a:t>209 | Negi Bhawan | ONGC Vadodara | 390 009</a:t>
              </a:r>
            </a:p>
            <a:p>
              <a:r>
                <a:rPr lang="en-IN" sz="1600" dirty="0"/>
                <a:t>_______________________________________</a:t>
              </a:r>
              <a:r>
                <a:rPr lang="sa-IN" sz="1600" dirty="0"/>
                <a:t> </a:t>
              </a:r>
              <a:endParaRPr lang="en-IN" sz="1600" dirty="0"/>
            </a:p>
            <a:p>
              <a:r>
                <a:rPr lang="en-IN" sz="1600" dirty="0"/>
                <a:t>(M): +91-</a:t>
              </a:r>
              <a:r>
                <a:rPr lang="en-IN" sz="1600" b="1" dirty="0"/>
                <a:t>9428007223 </a:t>
              </a:r>
              <a:r>
                <a:rPr lang="en-IN" sz="1600" dirty="0"/>
                <a:t>|</a:t>
              </a:r>
              <a:r>
                <a:rPr lang="en-IN" sz="1600" b="1" dirty="0"/>
                <a:t> </a:t>
              </a:r>
              <a:r>
                <a:rPr lang="en-IN" sz="1600" dirty="0"/>
                <a:t>(O): 0265-260-</a:t>
              </a:r>
              <a:r>
                <a:rPr lang="en-IN" sz="1600" b="1" dirty="0"/>
                <a:t>3716</a:t>
              </a:r>
              <a:endParaRPr lang="en-IN" sz="1600" dirty="0"/>
            </a:p>
            <a:p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Email: </a:t>
              </a:r>
              <a:r>
                <a:rPr lang="en-IN" sz="16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singh_mahavir@ongc.co.in</a:t>
              </a:r>
            </a:p>
            <a:p>
              <a:r>
                <a:rPr lang="en-IN" sz="1600" dirty="0"/>
                <a:t>_______________________________________ </a:t>
              </a:r>
              <a:endParaRPr lang="en-IN" sz="1600" b="1" dirty="0"/>
            </a:p>
            <a:p>
              <a:pPr algn="ctr"/>
              <a:r>
                <a:rPr lang="en-IN" sz="1600" b="1" dirty="0"/>
                <a:t>ONGC</a:t>
              </a:r>
              <a:r>
                <a:rPr lang="en-IN" sz="1600" b="1" i="1" dirty="0"/>
                <a:t> </a:t>
              </a:r>
              <a:r>
                <a:rPr lang="en-IN" sz="1600" i="1" dirty="0"/>
                <a:t>|</a:t>
              </a:r>
              <a:r>
                <a:rPr lang="en-IN" sz="1600" b="1" i="1" dirty="0"/>
                <a:t> </a:t>
              </a:r>
              <a:r>
                <a:rPr lang="en-IN" sz="1600" dirty="0"/>
                <a:t>India's Energy MAHARATNA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E5D4473-FD19-AE81-A152-C8ED5DF2A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8012" y="2184400"/>
              <a:ext cx="1625600" cy="16256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099567C-1D53-59C9-8250-3CB2EC9853BD}"/>
              </a:ext>
            </a:extLst>
          </p:cNvPr>
          <p:cNvSpPr txBox="1"/>
          <p:nvPr/>
        </p:nvSpPr>
        <p:spPr>
          <a:xfrm>
            <a:off x="8075612" y="5952547"/>
            <a:ext cx="259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www.sparktriangle.com</a:t>
            </a:r>
          </a:p>
        </p:txBody>
      </p:sp>
    </p:spTree>
    <p:extLst>
      <p:ext uri="{BB962C8B-B14F-4D97-AF65-F5344CB8AC3E}">
        <p14:creationId xmlns:p14="http://schemas.microsoft.com/office/powerpoint/2010/main" val="2590501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730A-37FA-27E5-F1FC-8CF44201C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3D2256-F68B-0983-9653-075F42D30818}"/>
              </a:ext>
            </a:extLst>
          </p:cNvPr>
          <p:cNvSpPr txBox="1"/>
          <p:nvPr/>
        </p:nvSpPr>
        <p:spPr>
          <a:xfrm>
            <a:off x="684212" y="990600"/>
            <a:ext cx="6629400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Major Structure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Geophysical Operations - </a:t>
            </a:r>
            <a:r>
              <a:rPr lang="en-US" sz="2000" b="1" dirty="0"/>
              <a:t>Overview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Data Processing Center - </a:t>
            </a:r>
            <a:r>
              <a:rPr lang="en-US" sz="2000" b="1" dirty="0"/>
              <a:t>Overview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Electronics Lab - </a:t>
            </a:r>
            <a:r>
              <a:rPr lang="en-US" sz="2000" b="1" dirty="0"/>
              <a:t>Overview</a:t>
            </a:r>
          </a:p>
          <a:p>
            <a:endParaRPr lang="en-US" sz="2000" b="1" dirty="0"/>
          </a:p>
          <a:p>
            <a:r>
              <a:rPr lang="en-US" sz="2000" b="1" dirty="0"/>
              <a:t>Major Structure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Major Organogram (Organization Structure)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Geophysical Field Parties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Geophysical Data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Seismic Data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VSP Operations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LFPS Data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77F8D6-B5BE-5C43-92B3-160A24BDAA8C}"/>
              </a:ext>
            </a:extLst>
          </p:cNvPr>
          <p:cNvSpPr txBox="1">
            <a:spLocks/>
          </p:cNvSpPr>
          <p:nvPr/>
        </p:nvSpPr>
        <p:spPr>
          <a:xfrm>
            <a:off x="836612" y="76200"/>
            <a:ext cx="9982200" cy="64683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b="1" kern="1200">
                <a:solidFill>
                  <a:schemeClr val="tx1"/>
                </a:solidFill>
                <a:latin typeface="Swis721 Cn BT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</a:rPr>
              <a:t>Geophysical Service Vadodara – </a:t>
            </a:r>
            <a:r>
              <a:rPr lang="en-US" sz="3600" dirty="0" err="1">
                <a:solidFill>
                  <a:srgbClr val="002060"/>
                </a:solidFill>
              </a:rPr>
              <a:t>WebPage</a:t>
            </a:r>
            <a:r>
              <a:rPr lang="en-US" sz="3600" dirty="0">
                <a:solidFill>
                  <a:srgbClr val="002060"/>
                </a:solidFill>
              </a:rPr>
              <a:t>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A56235-E6B3-97D6-A642-D547C0BEE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412" y="1289046"/>
            <a:ext cx="4423129" cy="427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582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Title Page">
  <a:themeElements>
    <a:clrScheme name="GlobalData New">
      <a:dk1>
        <a:srgbClr val="2E293D"/>
      </a:dk1>
      <a:lt1>
        <a:srgbClr val="FFFFFF"/>
      </a:lt1>
      <a:dk2>
        <a:srgbClr val="69737A"/>
      </a:dk2>
      <a:lt2>
        <a:srgbClr val="C7CFD4"/>
      </a:lt2>
      <a:accent1>
        <a:srgbClr val="00DEA5"/>
      </a:accent1>
      <a:accent2>
        <a:srgbClr val="11957B"/>
      </a:accent2>
      <a:accent3>
        <a:srgbClr val="2E293D"/>
      </a:accent3>
      <a:accent4>
        <a:srgbClr val="108FA1"/>
      </a:accent4>
      <a:accent5>
        <a:srgbClr val="F37A25"/>
      </a:accent5>
      <a:accent6>
        <a:srgbClr val="C0392B"/>
      </a:accent6>
      <a:hlink>
        <a:srgbClr val="2E293D"/>
      </a:hlink>
      <a:folHlink>
        <a:srgbClr val="00DEA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Mod val="75000"/>
          </a:schemeClr>
        </a:solidFill>
        <a:ln>
          <a:noFill/>
        </a:ln>
      </a:spPr>
      <a:bodyPr rtlCol="0" anchor="ctr">
        <a:noAutofit/>
      </a:bodyPr>
      <a:lstStyle>
        <a:defPPr algn="ctr">
          <a:defRPr sz="140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</a:spDef>
    <a:txDef>
      <a:spPr/>
      <a:bodyPr wrap="square" lIns="0" tIns="0" rIns="0" bIns="0" rtlCol="0">
        <a:noAutofit/>
      </a:bodyPr>
      <a:lstStyle>
        <a:defPPr eaLnBrk="0" fontAlgn="base" hangingPunct="0">
          <a:spcAft>
            <a:spcPct val="0"/>
          </a:spcAft>
          <a:buClr>
            <a:schemeClr val="accent5"/>
          </a:buClr>
          <a:buSzPct val="115000"/>
          <a:defRPr sz="1100" b="1" dirty="0" smtClean="0">
            <a:solidFill>
              <a:schemeClr val="accent2"/>
            </a:solidFill>
            <a:cs typeface="Rubik Light" panose="02000604000000020004" pitchFamily="2" charset="-79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ew_PPT_Format_Ver2 (2).pptx" id="{30E639FC-5DC0-471F-8B1D-2611AE3E176D}" vid="{3C5D36D7-237A-4AB3-8DC7-D7DBA7EBE991}"/>
    </a:ext>
  </a:extLst>
</a:theme>
</file>

<file path=ppt/theme/theme3.xml><?xml version="1.0" encoding="utf-8"?>
<a:theme xmlns:a="http://schemas.openxmlformats.org/drawingml/2006/main" name="ONGC theme BM">
  <a:themeElements>
    <a:clrScheme name="Custom 1">
      <a:dk1>
        <a:srgbClr val="000000"/>
      </a:dk1>
      <a:lt1>
        <a:sysClr val="window" lastClr="FFFFFF"/>
      </a:lt1>
      <a:dk2>
        <a:srgbClr val="A41D23"/>
      </a:dk2>
      <a:lt2>
        <a:srgbClr val="F2F2F2"/>
      </a:lt2>
      <a:accent1>
        <a:srgbClr val="541013"/>
      </a:accent1>
      <a:accent2>
        <a:srgbClr val="75151A"/>
      </a:accent2>
      <a:accent3>
        <a:srgbClr val="E1C223"/>
      </a:accent3>
      <a:accent4>
        <a:srgbClr val="BA555A"/>
      </a:accent4>
      <a:accent5>
        <a:srgbClr val="6E6F73"/>
      </a:accent5>
      <a:accent6>
        <a:srgbClr val="008FA0"/>
      </a:accent6>
      <a:hlink>
        <a:srgbClr val="005254"/>
      </a:hlink>
      <a:folHlink>
        <a:srgbClr val="414E0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 cap="rnd">
          <a:noFill/>
          <a:prstDash val="sysDot"/>
          <a:round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spcAft>
            <a:spcPts val="1000"/>
          </a:spcAft>
          <a:defRPr sz="1200" dirty="0" err="1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60000"/>
              <a:lumOff val="40000"/>
            </a:schemeClr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ONGC theme BM" id="{1358A87B-022F-4B38-8E83-2F600EED469F}" vid="{CA92DBF4-5AE2-47AE-BE30-A942A0A04F09}"/>
    </a:ext>
  </a:extLst>
</a:theme>
</file>

<file path=ppt/theme/theme4.xml><?xml version="1.0" encoding="utf-8"?>
<a:theme xmlns:a="http://schemas.openxmlformats.org/drawingml/2006/main" name="6_Title Page">
  <a:themeElements>
    <a:clrScheme name="GlobalData New">
      <a:dk1>
        <a:srgbClr val="2E293D"/>
      </a:dk1>
      <a:lt1>
        <a:srgbClr val="FFFFFF"/>
      </a:lt1>
      <a:dk2>
        <a:srgbClr val="69737A"/>
      </a:dk2>
      <a:lt2>
        <a:srgbClr val="C7CFD4"/>
      </a:lt2>
      <a:accent1>
        <a:srgbClr val="00DEA5"/>
      </a:accent1>
      <a:accent2>
        <a:srgbClr val="11957B"/>
      </a:accent2>
      <a:accent3>
        <a:srgbClr val="2E293D"/>
      </a:accent3>
      <a:accent4>
        <a:srgbClr val="108FA1"/>
      </a:accent4>
      <a:accent5>
        <a:srgbClr val="F37A25"/>
      </a:accent5>
      <a:accent6>
        <a:srgbClr val="C0392B"/>
      </a:accent6>
      <a:hlink>
        <a:srgbClr val="2E293D"/>
      </a:hlink>
      <a:folHlink>
        <a:srgbClr val="00DEA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Mod val="75000"/>
          </a:schemeClr>
        </a:solidFill>
        <a:ln>
          <a:noFill/>
        </a:ln>
      </a:spPr>
      <a:bodyPr rtlCol="0" anchor="ctr">
        <a:noAutofit/>
      </a:bodyPr>
      <a:lstStyle>
        <a:defPPr algn="ctr">
          <a:defRPr sz="140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</a:spDef>
    <a:txDef>
      <a:spPr/>
      <a:bodyPr wrap="square" lIns="0" tIns="0" rIns="0" bIns="0" rtlCol="0">
        <a:noAutofit/>
      </a:bodyPr>
      <a:lstStyle>
        <a:defPPr eaLnBrk="0" fontAlgn="base" hangingPunct="0">
          <a:spcAft>
            <a:spcPct val="0"/>
          </a:spcAft>
          <a:buClr>
            <a:schemeClr val="accent5"/>
          </a:buClr>
          <a:buSzPct val="115000"/>
          <a:defRPr sz="1100" b="1" dirty="0" smtClean="0">
            <a:solidFill>
              <a:schemeClr val="accent2"/>
            </a:solidFill>
            <a:cs typeface="Rubik Light" panose="02000604000000020004" pitchFamily="2" charset="-79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ew_PPT_Format_Ver2 (2).pptx" id="{30E639FC-5DC0-471F-8B1D-2611AE3E176D}" vid="{3C5D36D7-237A-4AB3-8DC7-D7DBA7EBE991}"/>
    </a:ext>
  </a:extLst>
</a:theme>
</file>

<file path=ppt/theme/theme5.xml><?xml version="1.0" encoding="utf-8"?>
<a:theme xmlns:a="http://schemas.openxmlformats.org/drawingml/2006/main" name="7_Title Page">
  <a:themeElements>
    <a:clrScheme name="GlobalData New">
      <a:dk1>
        <a:srgbClr val="2E293D"/>
      </a:dk1>
      <a:lt1>
        <a:srgbClr val="FFFFFF"/>
      </a:lt1>
      <a:dk2>
        <a:srgbClr val="69737A"/>
      </a:dk2>
      <a:lt2>
        <a:srgbClr val="C7CFD4"/>
      </a:lt2>
      <a:accent1>
        <a:srgbClr val="00DEA5"/>
      </a:accent1>
      <a:accent2>
        <a:srgbClr val="11957B"/>
      </a:accent2>
      <a:accent3>
        <a:srgbClr val="2E293D"/>
      </a:accent3>
      <a:accent4>
        <a:srgbClr val="108FA1"/>
      </a:accent4>
      <a:accent5>
        <a:srgbClr val="F37A25"/>
      </a:accent5>
      <a:accent6>
        <a:srgbClr val="C0392B"/>
      </a:accent6>
      <a:hlink>
        <a:srgbClr val="2E293D"/>
      </a:hlink>
      <a:folHlink>
        <a:srgbClr val="00DEA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Mod val="75000"/>
          </a:schemeClr>
        </a:solidFill>
        <a:ln>
          <a:noFill/>
        </a:ln>
      </a:spPr>
      <a:bodyPr rtlCol="0" anchor="ctr">
        <a:noAutofit/>
      </a:bodyPr>
      <a:lstStyle>
        <a:defPPr algn="ctr">
          <a:defRPr sz="140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</a:spDef>
    <a:txDef>
      <a:spPr/>
      <a:bodyPr wrap="square" lIns="0" tIns="0" rIns="0" bIns="0" rtlCol="0">
        <a:noAutofit/>
      </a:bodyPr>
      <a:lstStyle>
        <a:defPPr eaLnBrk="0" fontAlgn="base" hangingPunct="0">
          <a:spcAft>
            <a:spcPct val="0"/>
          </a:spcAft>
          <a:buClr>
            <a:schemeClr val="accent5"/>
          </a:buClr>
          <a:buSzPct val="115000"/>
          <a:defRPr sz="1100" b="1" dirty="0" smtClean="0">
            <a:solidFill>
              <a:schemeClr val="accent2"/>
            </a:solidFill>
            <a:cs typeface="Rubik Light" panose="02000604000000020004" pitchFamily="2" charset="-79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ew_PPT_Format_Ver2 (2).pptx" id="{30E639FC-5DC0-471F-8B1D-2611AE3E176D}" vid="{3C5D36D7-237A-4AB3-8DC7-D7DBA7EBE991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26643</TotalTime>
  <Words>730</Words>
  <Application>Microsoft Office PowerPoint</Application>
  <PresentationFormat>Custom</PresentationFormat>
  <Paragraphs>121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</vt:lpstr>
      <vt:lpstr>Calibri</vt:lpstr>
      <vt:lpstr>Rubik Light</vt:lpstr>
      <vt:lpstr>Swis721 Cn BT</vt:lpstr>
      <vt:lpstr>Times New Roman</vt:lpstr>
      <vt:lpstr>Trebuchet MS</vt:lpstr>
      <vt:lpstr>Wingdings</vt:lpstr>
      <vt:lpstr>Office Theme</vt:lpstr>
      <vt:lpstr>5_Title Page</vt:lpstr>
      <vt:lpstr>ONGC theme BM</vt:lpstr>
      <vt:lpstr>6_Title Page</vt:lpstr>
      <vt:lpstr>7_Title Page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hheheejejee</dc:title>
  <dc:creator>919867695647</dc:creator>
  <cp:lastModifiedBy>MAHAVIR SINGH-105405</cp:lastModifiedBy>
  <cp:revision>1629</cp:revision>
  <dcterms:created xsi:type="dcterms:W3CDTF">2020-07-10T06:15:10Z</dcterms:created>
  <dcterms:modified xsi:type="dcterms:W3CDTF">2026-06-17T04:14:01Z</dcterms:modified>
</cp:coreProperties>
</file>